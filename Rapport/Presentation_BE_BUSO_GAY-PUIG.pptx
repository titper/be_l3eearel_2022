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8" r:id="rId13"/>
    <p:sldId id="28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57A"/>
    <a:srgbClr val="E01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B2C6B-C371-4F30-AFD4-D827697055E2}" type="datetimeFigureOut">
              <a:rPr lang="fr-FR" smtClean="0"/>
              <a:t>17/05/2022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F4D62-BB35-4EBD-923B-DFB15F284F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398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CB8DA4-A6FB-4B6D-8435-FDEB11753D31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E6E99-9CD9-4333-8B42-70085247C77B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26291" y="6316936"/>
            <a:ext cx="1052508" cy="365125"/>
          </a:xfrm>
        </p:spPr>
        <p:txBody>
          <a:bodyPr/>
          <a:lstStyle>
            <a:lvl1pPr>
              <a:defRPr sz="1400"/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0A9D6F4-BB15-40E4-A5B7-7F153C1791A8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008E-B98F-458E-A520-0BB7E5862FDA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7DE96-53AA-4C86-9D5B-23C93578C90B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F6D0-532E-4C8E-B9AB-43B692EDA8DF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7AFB8-8047-4326-B5C2-A134DCF24DC3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C62F80-C1BD-4BC6-BDFE-FC6E0E310E79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9694-D051-4050-8031-38C766237AC3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63198-70F6-4036-A053-B2F28700EC1B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537243D-ECF8-4458-AEBE-D1652454E528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7CCE4AB-F25B-473B-8195-D378D74F0C8A}" type="datetime1">
              <a:rPr lang="en-US" smtClean="0"/>
              <a:t>5/17/2022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CC85FFF7-056F-45A4-9373-868D6F697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Projet </a:t>
            </a:r>
            <a:r>
              <a:rPr lang="fr-FR" dirty="0" err="1"/>
              <a:t>be</a:t>
            </a:r>
            <a:r>
              <a:rPr lang="fr-FR" dirty="0"/>
              <a:t> : réalisation d’un drone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24C01BD5-DDC3-42EA-8B1D-B726F8D26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L3 EEA REL</a:t>
            </a:r>
          </a:p>
          <a:p>
            <a:r>
              <a:rPr lang="fr-FR" dirty="0" err="1"/>
              <a:t>Buso</a:t>
            </a:r>
            <a:r>
              <a:rPr lang="fr-FR" dirty="0"/>
              <a:t> </a:t>
            </a:r>
            <a:r>
              <a:rPr lang="fr-FR" dirty="0" err="1"/>
              <a:t>lohan</a:t>
            </a:r>
            <a:r>
              <a:rPr lang="fr-FR" dirty="0"/>
              <a:t> / </a:t>
            </a:r>
            <a:r>
              <a:rPr lang="fr-FR" dirty="0" err="1"/>
              <a:t>guy-puig</a:t>
            </a:r>
            <a:r>
              <a:rPr lang="fr-FR" dirty="0"/>
              <a:t> </a:t>
            </a:r>
            <a:r>
              <a:rPr lang="fr-FR" dirty="0" err="1"/>
              <a:t>antoine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02F3E7-2C60-439F-BB91-AFE453AD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B4BE52F-2C7D-4609-A047-B06B377429C0}"/>
              </a:ext>
            </a:extLst>
          </p:cNvPr>
          <p:cNvSpPr txBox="1">
            <a:spLocks/>
          </p:cNvSpPr>
          <p:nvPr/>
        </p:nvSpPr>
        <p:spPr>
          <a:xfrm>
            <a:off x="617260" y="3238149"/>
            <a:ext cx="10649155" cy="281870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400" b="1" dirty="0">
                <a:solidFill>
                  <a:schemeClr val="bg1"/>
                </a:solidFill>
              </a:rPr>
              <a:t>1- Schéma fonctionnel</a:t>
            </a:r>
          </a:p>
          <a:p>
            <a:endParaRPr lang="fr-FR" sz="2400" b="1" dirty="0">
              <a:solidFill>
                <a:schemeClr val="bg1"/>
              </a:solidFill>
            </a:endParaRPr>
          </a:p>
          <a:p>
            <a:r>
              <a:rPr lang="fr-FR" sz="2400" b="1" dirty="0">
                <a:solidFill>
                  <a:schemeClr val="bg1"/>
                </a:solidFill>
              </a:rPr>
              <a:t>II- Anatomie du drone </a:t>
            </a:r>
          </a:p>
          <a:p>
            <a:endParaRPr lang="fr-FR" sz="2400" b="1" dirty="0">
              <a:solidFill>
                <a:schemeClr val="bg1"/>
              </a:solidFill>
            </a:endParaRPr>
          </a:p>
          <a:p>
            <a:r>
              <a:rPr lang="fr-FR" sz="2400" b="1" dirty="0">
                <a:solidFill>
                  <a:schemeClr val="bg1"/>
                </a:solidFill>
              </a:rPr>
              <a:t>III- Réalisation du projet</a:t>
            </a:r>
          </a:p>
          <a:p>
            <a:endParaRPr lang="fr-FR" sz="2400" b="1" dirty="0">
              <a:solidFill>
                <a:schemeClr val="bg1"/>
              </a:solidFill>
            </a:endParaRPr>
          </a:p>
          <a:p>
            <a:endParaRPr lang="fr-FR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20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949917D-39A4-4EED-A803-FC62CACE07D0}"/>
              </a:ext>
            </a:extLst>
          </p:cNvPr>
          <p:cNvSpPr/>
          <p:nvPr/>
        </p:nvSpPr>
        <p:spPr>
          <a:xfrm>
            <a:off x="4692015" y="2366720"/>
            <a:ext cx="2941013" cy="28636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3D6D4D3-C91B-48CC-8807-E749CEF7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1- Schéma fonctionnel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B2CB25-9CDD-4837-9425-5DAC8F9C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45E200-1023-4097-B759-EDC4EBB63463}"/>
              </a:ext>
            </a:extLst>
          </p:cNvPr>
          <p:cNvSpPr/>
          <p:nvPr/>
        </p:nvSpPr>
        <p:spPr>
          <a:xfrm>
            <a:off x="361118" y="3349536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Radio - télécommande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82AC19-8D00-4FCA-AE88-CD1F51D8D84B}"/>
              </a:ext>
            </a:extLst>
          </p:cNvPr>
          <p:cNvSpPr/>
          <p:nvPr/>
        </p:nvSpPr>
        <p:spPr>
          <a:xfrm>
            <a:off x="2688583" y="3349536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Récepteur RF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926AA-5624-4798-8432-61B9A2945ACB}"/>
              </a:ext>
            </a:extLst>
          </p:cNvPr>
          <p:cNvSpPr/>
          <p:nvPr/>
        </p:nvSpPr>
        <p:spPr>
          <a:xfrm>
            <a:off x="5525636" y="2785465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Commande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67CDEC-4F4A-4919-88F7-56677AE81DFA}"/>
              </a:ext>
            </a:extLst>
          </p:cNvPr>
          <p:cNvSpPr/>
          <p:nvPr/>
        </p:nvSpPr>
        <p:spPr>
          <a:xfrm>
            <a:off x="5525636" y="4137660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Stabilisation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FB3D2-BA05-4ED1-B641-BD715C6127BD}"/>
              </a:ext>
            </a:extLst>
          </p:cNvPr>
          <p:cNvSpPr/>
          <p:nvPr/>
        </p:nvSpPr>
        <p:spPr>
          <a:xfrm>
            <a:off x="5525636" y="5694833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Capteur Gyroscopique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4C55E-2BAB-48F0-B0FD-5531770AADFF}"/>
              </a:ext>
            </a:extLst>
          </p:cNvPr>
          <p:cNvSpPr/>
          <p:nvPr/>
        </p:nvSpPr>
        <p:spPr>
          <a:xfrm>
            <a:off x="8327188" y="3352800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ESC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9EB98C-8649-4B6A-AA96-E33A3E233AEA}"/>
              </a:ext>
            </a:extLst>
          </p:cNvPr>
          <p:cNvSpPr/>
          <p:nvPr/>
        </p:nvSpPr>
        <p:spPr>
          <a:xfrm>
            <a:off x="10410825" y="3358464"/>
            <a:ext cx="1273770" cy="887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00" dirty="0">
                <a:latin typeface="Arial" panose="020B0604020202020204" pitchFamily="34" charset="0"/>
                <a:cs typeface="Arial" panose="020B0604020202020204" pitchFamily="34" charset="0"/>
              </a:rPr>
              <a:t>Moteur </a:t>
            </a:r>
            <a:r>
              <a:rPr lang="fr-FR" sz="1300" dirty="0" err="1">
                <a:latin typeface="Arial" panose="020B0604020202020204" pitchFamily="34" charset="0"/>
                <a:cs typeface="Arial" panose="020B0604020202020204" pitchFamily="34" charset="0"/>
              </a:rPr>
              <a:t>Brushless</a:t>
            </a:r>
            <a:endParaRPr lang="fr-FR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31B189E-0FC5-41A6-AD5B-40C59190FE91}"/>
              </a:ext>
            </a:extLst>
          </p:cNvPr>
          <p:cNvSpPr txBox="1"/>
          <p:nvPr/>
        </p:nvSpPr>
        <p:spPr>
          <a:xfrm>
            <a:off x="4747337" y="2477688"/>
            <a:ext cx="1200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6F0A5E47-D4F8-49C0-8D10-FF7AB156934E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3962353" y="3229330"/>
            <a:ext cx="1563283" cy="5640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F642E9E0-4C67-4D11-8D34-8009AB02849B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6799406" y="3229330"/>
            <a:ext cx="1527782" cy="5673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F41C13F3-A7B9-45FF-BB68-E03C9325CCBB}"/>
              </a:ext>
            </a:extLst>
          </p:cNvPr>
          <p:cNvCxnSpPr>
            <a:stCxn id="16" idx="0"/>
            <a:endCxn id="15" idx="2"/>
          </p:cNvCxnSpPr>
          <p:nvPr/>
        </p:nvCxnSpPr>
        <p:spPr>
          <a:xfrm flipV="1">
            <a:off x="6162521" y="5025390"/>
            <a:ext cx="0" cy="6694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CCDBE7ED-0550-489A-A0B9-B4A6FB258326}"/>
              </a:ext>
            </a:extLst>
          </p:cNvPr>
          <p:cNvCxnSpPr>
            <a:cxnSpLocks/>
          </p:cNvCxnSpPr>
          <p:nvPr/>
        </p:nvCxnSpPr>
        <p:spPr>
          <a:xfrm flipH="1">
            <a:off x="4318578" y="3703401"/>
            <a:ext cx="136727" cy="1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D36460DB-D655-4345-81CC-7D424FBEC020}"/>
              </a:ext>
            </a:extLst>
          </p:cNvPr>
          <p:cNvSpPr txBox="1"/>
          <p:nvPr/>
        </p:nvSpPr>
        <p:spPr>
          <a:xfrm>
            <a:off x="4318723" y="3428999"/>
            <a:ext cx="13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6360B38-ED85-47A1-86B7-1BE00E68DE6D}"/>
              </a:ext>
            </a:extLst>
          </p:cNvPr>
          <p:cNvSpPr txBox="1"/>
          <p:nvPr/>
        </p:nvSpPr>
        <p:spPr>
          <a:xfrm>
            <a:off x="4109572" y="3929303"/>
            <a:ext cx="662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</a:rPr>
              <a:t>PWM</a:t>
            </a:r>
          </a:p>
        </p:txBody>
      </p: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257476E7-B686-43AF-827E-D46E800B5D69}"/>
              </a:ext>
            </a:extLst>
          </p:cNvPr>
          <p:cNvCxnSpPr>
            <a:stCxn id="7" idx="3"/>
          </p:cNvCxnSpPr>
          <p:nvPr/>
        </p:nvCxnSpPr>
        <p:spPr>
          <a:xfrm flipV="1">
            <a:off x="1634888" y="3567498"/>
            <a:ext cx="209152" cy="225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6ECCE42C-20A0-49AA-987D-6463F64DF5A5}"/>
              </a:ext>
            </a:extLst>
          </p:cNvPr>
          <p:cNvCxnSpPr>
            <a:stCxn id="13" idx="1"/>
          </p:cNvCxnSpPr>
          <p:nvPr/>
        </p:nvCxnSpPr>
        <p:spPr>
          <a:xfrm rot="10800000">
            <a:off x="2479783" y="3567499"/>
            <a:ext cx="208800" cy="22590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06F84EA4-7325-4CB8-8ACC-8FA52C173706}"/>
              </a:ext>
            </a:extLst>
          </p:cNvPr>
          <p:cNvCxnSpPr/>
          <p:nvPr/>
        </p:nvCxnSpPr>
        <p:spPr>
          <a:xfrm flipH="1" flipV="1">
            <a:off x="1781175" y="3491865"/>
            <a:ext cx="62865" cy="75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786FE0B6-5981-434C-B426-372A72369C3A}"/>
              </a:ext>
            </a:extLst>
          </p:cNvPr>
          <p:cNvCxnSpPr>
            <a:cxnSpLocks/>
          </p:cNvCxnSpPr>
          <p:nvPr/>
        </p:nvCxnSpPr>
        <p:spPr>
          <a:xfrm flipV="1">
            <a:off x="1843689" y="3491865"/>
            <a:ext cx="65556" cy="75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57790DF4-4ABB-4F47-9526-56961D77421D}"/>
              </a:ext>
            </a:extLst>
          </p:cNvPr>
          <p:cNvCxnSpPr/>
          <p:nvPr/>
        </p:nvCxnSpPr>
        <p:spPr>
          <a:xfrm flipH="1" flipV="1">
            <a:off x="2416917" y="3491865"/>
            <a:ext cx="62865" cy="75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E450F287-B64F-4C64-A076-E8AC6C85771F}"/>
              </a:ext>
            </a:extLst>
          </p:cNvPr>
          <p:cNvCxnSpPr>
            <a:cxnSpLocks/>
          </p:cNvCxnSpPr>
          <p:nvPr/>
        </p:nvCxnSpPr>
        <p:spPr>
          <a:xfrm flipV="1">
            <a:off x="2479431" y="3491865"/>
            <a:ext cx="65556" cy="75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734D2D9F-500D-4887-B374-2EABAACB8466}"/>
              </a:ext>
            </a:extLst>
          </p:cNvPr>
          <p:cNvSpPr txBox="1"/>
          <p:nvPr/>
        </p:nvSpPr>
        <p:spPr>
          <a:xfrm>
            <a:off x="1695467" y="3152001"/>
            <a:ext cx="1206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RF 2.4 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Ghz</a:t>
            </a:r>
            <a:endParaRPr lang="fr-F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A0CD1A2D-4277-4D15-A149-59F58AAC2D0B}"/>
              </a:ext>
            </a:extLst>
          </p:cNvPr>
          <p:cNvCxnSpPr>
            <a:cxnSpLocks/>
          </p:cNvCxnSpPr>
          <p:nvPr/>
        </p:nvCxnSpPr>
        <p:spPr>
          <a:xfrm flipH="1">
            <a:off x="7765167" y="3703401"/>
            <a:ext cx="136727" cy="1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2FA703BE-B1C5-4268-B00E-EA929D482790}"/>
              </a:ext>
            </a:extLst>
          </p:cNvPr>
          <p:cNvSpPr txBox="1"/>
          <p:nvPr/>
        </p:nvSpPr>
        <p:spPr>
          <a:xfrm>
            <a:off x="7765312" y="3428999"/>
            <a:ext cx="13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826E6FBD-46A8-4FE6-B269-E06624948D67}"/>
              </a:ext>
            </a:extLst>
          </p:cNvPr>
          <p:cNvSpPr txBox="1"/>
          <p:nvPr/>
        </p:nvSpPr>
        <p:spPr>
          <a:xfrm>
            <a:off x="7556161" y="3929303"/>
            <a:ext cx="662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</a:rPr>
              <a:t>PWM</a:t>
            </a:r>
          </a:p>
        </p:txBody>
      </p: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EB5D3304-0809-41C1-A322-0C6C46B6D7A9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9600958" y="3796665"/>
            <a:ext cx="809867" cy="5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26F05EE3-A68B-4B33-B2BE-7FFF05BFACFD}"/>
              </a:ext>
            </a:extLst>
          </p:cNvPr>
          <p:cNvCxnSpPr>
            <a:cxnSpLocks/>
          </p:cNvCxnSpPr>
          <p:nvPr/>
        </p:nvCxnSpPr>
        <p:spPr>
          <a:xfrm flipH="1">
            <a:off x="9906228" y="3700804"/>
            <a:ext cx="136727" cy="1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D4400C39-E53F-4C7B-AF7B-A7AB0E582A8C}"/>
              </a:ext>
            </a:extLst>
          </p:cNvPr>
          <p:cNvSpPr txBox="1"/>
          <p:nvPr/>
        </p:nvSpPr>
        <p:spPr>
          <a:xfrm>
            <a:off x="9906373" y="3426402"/>
            <a:ext cx="136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8ACF440F-0EBB-4D72-ADBE-31934B3BAB1F}"/>
              </a:ext>
            </a:extLst>
          </p:cNvPr>
          <p:cNvSpPr txBox="1"/>
          <p:nvPr/>
        </p:nvSpPr>
        <p:spPr>
          <a:xfrm>
            <a:off x="9638021" y="3929303"/>
            <a:ext cx="809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</a:rPr>
              <a:t>Triphasé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DBB27FEC-C322-4AF2-AB31-B85AA57263D5}"/>
              </a:ext>
            </a:extLst>
          </p:cNvPr>
          <p:cNvCxnSpPr>
            <a:cxnSpLocks/>
          </p:cNvCxnSpPr>
          <p:nvPr/>
        </p:nvCxnSpPr>
        <p:spPr>
          <a:xfrm flipH="1">
            <a:off x="6094157" y="5289255"/>
            <a:ext cx="136727" cy="1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02445315-DB56-4438-A4BF-A4ED32ABBA8C}"/>
              </a:ext>
            </a:extLst>
          </p:cNvPr>
          <p:cNvSpPr txBox="1"/>
          <p:nvPr/>
        </p:nvSpPr>
        <p:spPr>
          <a:xfrm>
            <a:off x="6262277" y="5240755"/>
            <a:ext cx="662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</a:rPr>
              <a:t>I2C</a:t>
            </a:r>
          </a:p>
        </p:txBody>
      </p:sp>
    </p:spTree>
    <p:extLst>
      <p:ext uri="{BB962C8B-B14F-4D97-AF65-F5344CB8AC3E}">
        <p14:creationId xmlns:p14="http://schemas.microsoft.com/office/powerpoint/2010/main" val="368103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II- Anatomie du drone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fr-FR" dirty="0"/>
              <a:t>Radio-télécommande / Récepteur RF 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9BD7EC2-61C8-414F-A8F3-3EF0D7B70B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59828" y="2717079"/>
            <a:ext cx="2712356" cy="29354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817146-42C8-48F4-B049-380B0868C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4" y="3227655"/>
            <a:ext cx="4865914" cy="242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BB23350-1875-001F-49EF-D0FA3DCE59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029" y="2972003"/>
            <a:ext cx="35941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8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II- Anatomie du drone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fr-FR" dirty="0"/>
              <a:t>Radio-télécommande / Récepteur RF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5F56A14-9745-4C05-AF16-4B9B058D5600}"/>
              </a:ext>
            </a:extLst>
          </p:cNvPr>
          <p:cNvGrpSpPr/>
          <p:nvPr/>
        </p:nvGrpSpPr>
        <p:grpSpPr>
          <a:xfrm>
            <a:off x="5932098" y="3085155"/>
            <a:ext cx="5601419" cy="2631224"/>
            <a:chOff x="5643472" y="2605822"/>
            <a:chExt cx="5236245" cy="2284204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9831F63-C2DA-4B99-8130-98FFA9261F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3472" y="2605823"/>
              <a:ext cx="3058509" cy="2284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DF7609BF-965F-46E3-B094-0A0D26929D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1981" y="2605822"/>
              <a:ext cx="2177736" cy="2284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83EE4963-F13A-4E53-A368-57D217A50CA8}"/>
              </a:ext>
            </a:extLst>
          </p:cNvPr>
          <p:cNvGrpSpPr/>
          <p:nvPr/>
        </p:nvGrpSpPr>
        <p:grpSpPr>
          <a:xfrm>
            <a:off x="581190" y="2845399"/>
            <a:ext cx="5029846" cy="3110738"/>
            <a:chOff x="344411" y="3551764"/>
            <a:chExt cx="4410075" cy="2676526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8A04AECE-F594-41CB-B27B-4E30B1D32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411" y="3551765"/>
              <a:ext cx="1981200" cy="2676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9C883F28-270F-41CB-8DE3-BCD9FB187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5611" y="3551764"/>
              <a:ext cx="2428875" cy="2676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5680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II- Anatomie du drone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fr-FR" dirty="0"/>
              <a:t>ESC / Moteurs </a:t>
            </a:r>
            <a:r>
              <a:rPr lang="fr-FR" dirty="0" err="1"/>
              <a:t>brushless</a:t>
            </a:r>
            <a:r>
              <a:rPr lang="fr-FR" dirty="0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517916-2CAA-4235-8D29-1D30019D1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93" y="2881180"/>
            <a:ext cx="6907180" cy="307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 descr="Une image contenant connecteur, câble&#10;&#10;Description générée automatiquement">
            <a:extLst>
              <a:ext uri="{FF2B5EF4-FFF2-40B4-BE49-F238E27FC236}">
                <a16:creationId xmlns:a16="http://schemas.microsoft.com/office/drawing/2014/main" id="{83EF32E6-A27C-4859-8CAD-D905185B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430" y="2576573"/>
            <a:ext cx="3284477" cy="328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23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II- Anatomie du drone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fr-FR" dirty="0"/>
              <a:t>ESC / Moteurs </a:t>
            </a:r>
            <a:r>
              <a:rPr lang="fr-FR" dirty="0" err="1"/>
              <a:t>brushless</a:t>
            </a:r>
            <a:r>
              <a:rPr lang="fr-FR" dirty="0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33D7656-48F5-4788-AD8B-492825DE3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129" y="3036891"/>
            <a:ext cx="6226908" cy="309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3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II- Anatomie du drone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r>
              <a:rPr lang="fr-FR" dirty="0"/>
              <a:t>Capteur MPU6050</a:t>
            </a:r>
          </a:p>
          <a:p>
            <a:pPr lvl="1"/>
            <a:r>
              <a:rPr lang="fr-FR" dirty="0"/>
              <a:t> Tension d’alimentation : entre 2.375V et 3.45V</a:t>
            </a:r>
          </a:p>
          <a:p>
            <a:pPr lvl="1"/>
            <a:r>
              <a:rPr lang="fr-FR" dirty="0"/>
              <a:t>Utilisation des interruptions</a:t>
            </a:r>
          </a:p>
          <a:p>
            <a:pPr lvl="1"/>
            <a:r>
              <a:rPr lang="fr-FR" dirty="0"/>
              <a:t>Communication bus I2C</a:t>
            </a:r>
          </a:p>
          <a:p>
            <a:pPr lvl="1"/>
            <a:r>
              <a:rPr lang="fr-FR" dirty="0"/>
              <a:t>Gyroscope :</a:t>
            </a:r>
          </a:p>
          <a:p>
            <a:pPr lvl="2"/>
            <a:r>
              <a:rPr lang="fr-FR" dirty="0"/>
              <a:t>Précision : ±2000°/sec</a:t>
            </a:r>
          </a:p>
          <a:p>
            <a:pPr lvl="2"/>
            <a:r>
              <a:rPr lang="fr-FR" dirty="0"/>
              <a:t>Consommation nominale : 3.6mA</a:t>
            </a:r>
          </a:p>
          <a:p>
            <a:pPr lvl="1"/>
            <a:r>
              <a:rPr lang="fr-FR" dirty="0"/>
              <a:t>Accéléromètre : </a:t>
            </a:r>
          </a:p>
          <a:p>
            <a:pPr lvl="2"/>
            <a:r>
              <a:rPr lang="fr-FR" dirty="0"/>
              <a:t>Précision : ±16g</a:t>
            </a:r>
          </a:p>
          <a:p>
            <a:pPr lvl="2"/>
            <a:r>
              <a:rPr lang="fr-FR" dirty="0"/>
              <a:t>Consommation nominale : 500µA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AE9E283-88DD-02C2-672F-769063E0D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79" y="2701129"/>
            <a:ext cx="3159921" cy="315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31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III- réalisation du drone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r>
              <a:rPr lang="fr-FR" dirty="0"/>
              <a:t>Utilisation et calibration des ESC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7BCCFC2-AC21-3B21-89FF-ED08B0948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3157220"/>
            <a:ext cx="5760720" cy="2566670"/>
          </a:xfrm>
          <a:prstGeom prst="rect">
            <a:avLst/>
          </a:prstGeom>
        </p:spPr>
      </p:pic>
      <p:pic>
        <p:nvPicPr>
          <p:cNvPr id="8" name="Image 7" descr="Une image contenant texte, moniteur, noir, argent&#10;&#10;Description générée automatiquement">
            <a:extLst>
              <a:ext uri="{FF2B5EF4-FFF2-40B4-BE49-F238E27FC236}">
                <a16:creationId xmlns:a16="http://schemas.microsoft.com/office/drawing/2014/main" id="{6FBAD224-A7D7-C221-D7EC-39070F4B07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910" y="1898963"/>
            <a:ext cx="2880365" cy="215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 descr="Une image contenant texte, moniteur, noir, argent&#10;&#10;Description générée automatiquement">
            <a:extLst>
              <a:ext uri="{FF2B5EF4-FFF2-40B4-BE49-F238E27FC236}">
                <a16:creationId xmlns:a16="http://schemas.microsoft.com/office/drawing/2014/main" id="{6F07FADF-A4D9-88DF-27AE-FC45DA43E8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909" y="4166696"/>
            <a:ext cx="2880365" cy="21545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0692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III- réalisation du drone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6474927" cy="3633047"/>
          </a:xfrm>
        </p:spPr>
        <p:txBody>
          <a:bodyPr anchor="t">
            <a:normAutofit/>
          </a:bodyPr>
          <a:lstStyle/>
          <a:p>
            <a:r>
              <a:rPr lang="fr-FR" dirty="0"/>
              <a:t>Calibration/exploitation du capteur gyroscopique MPU6050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Image 9" descr="Une image contenant texte, équipement électronique, circuit&#10;&#10;Description générée automatiquement">
            <a:extLst>
              <a:ext uri="{FF2B5EF4-FFF2-40B4-BE49-F238E27FC236}">
                <a16:creationId xmlns:a16="http://schemas.microsoft.com/office/drawing/2014/main" id="{B4A12193-5A24-FB3A-686A-F84FCF3CA9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429" y="2986951"/>
            <a:ext cx="4017349" cy="31794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A0D3A31-D2C3-8B7B-06F0-711EC04A2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015" y="2768472"/>
            <a:ext cx="4878312" cy="35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9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III- réalisation du drone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6474927" cy="3633047"/>
          </a:xfrm>
        </p:spPr>
        <p:txBody>
          <a:bodyPr anchor="t">
            <a:normAutofit/>
          </a:bodyPr>
          <a:lstStyle/>
          <a:p>
            <a:r>
              <a:rPr lang="fr-FR" dirty="0"/>
              <a:t>Utilisation radio-télécommande et récepteur RF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8E01E5-5926-8D4E-CAF2-F9F338660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51" y="2843684"/>
            <a:ext cx="3139440" cy="3295015"/>
          </a:xfrm>
          <a:prstGeom prst="rect">
            <a:avLst/>
          </a:prstGeom>
        </p:spPr>
      </p:pic>
      <p:pic>
        <p:nvPicPr>
          <p:cNvPr id="8" name="Image 7" descr="Une image contenant table&#10;&#10;Description générée automatiquement">
            <a:extLst>
              <a:ext uri="{FF2B5EF4-FFF2-40B4-BE49-F238E27FC236}">
                <a16:creationId xmlns:a16="http://schemas.microsoft.com/office/drawing/2014/main" id="{19DB2629-132D-C82F-A34B-65B38FFDE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902" y="2748991"/>
            <a:ext cx="5214618" cy="34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5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III- réalisation du drone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6474927" cy="3633047"/>
          </a:xfrm>
        </p:spPr>
        <p:txBody>
          <a:bodyPr anchor="t">
            <a:normAutofit/>
          </a:bodyPr>
          <a:lstStyle/>
          <a:p>
            <a:r>
              <a:rPr lang="fr-FR" dirty="0"/>
              <a:t>Utilisation radio-télécommande et récepteur RF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B997DE5-8BF2-1EE6-2B0E-03BB50F95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136" y="3416893"/>
            <a:ext cx="7775728" cy="252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25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III- réalisation du drone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6474927" cy="3633047"/>
          </a:xfrm>
        </p:spPr>
        <p:txBody>
          <a:bodyPr anchor="t">
            <a:normAutofit/>
          </a:bodyPr>
          <a:lstStyle/>
          <a:p>
            <a:r>
              <a:rPr lang="fr-FR" dirty="0"/>
              <a:t>Régulateur PID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AD69B03-378E-3D2B-E624-A155B9C19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982" y="3141602"/>
            <a:ext cx="8690036" cy="239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2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89FB-C56F-4DBE-8BD5-8217486E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III- réalisation du drone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D261B13-EB79-473B-96D5-121DE8B27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6474927" cy="3633047"/>
          </a:xfrm>
        </p:spPr>
        <p:txBody>
          <a:bodyPr anchor="t">
            <a:normAutofit/>
          </a:bodyPr>
          <a:lstStyle/>
          <a:p>
            <a:r>
              <a:rPr lang="fr-FR" dirty="0"/>
              <a:t>Régulateur PID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632CD5-BD5D-4D52-8704-2578DD02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C9A9FDC-51EF-20C7-08BB-174B31E73F4C}"/>
                  </a:ext>
                </a:extLst>
              </p:cNvPr>
              <p:cNvSpPr txBox="1"/>
              <p:nvPr/>
            </p:nvSpPr>
            <p:spPr>
              <a:xfrm>
                <a:off x="957399" y="5600270"/>
                <a:ext cx="6098720" cy="711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limLoc m:val="subSup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f>
                            <m:fPr>
                              <m:ctrlPr>
                                <a:rPr lang="fr-FR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  <m:d>
                                <m:dPr>
                                  <m:ctrlPr>
                                    <a:rPr lang="fr-FR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  <m:r>
                        <a:rPr lang="fr-FR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C9A9FDC-51EF-20C7-08BB-174B31E7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99" y="5600270"/>
                <a:ext cx="6098720" cy="7117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76B71CB8-BA01-CF19-B07B-E1BC10B10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95" y="2837162"/>
            <a:ext cx="5760720" cy="207518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A829219-EDD8-F2B4-C5B6-1D3BF4D2D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15" y="2076860"/>
            <a:ext cx="4604363" cy="36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569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e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TM03457464[[fn=Dividende]]</Template>
  <TotalTime>0</TotalTime>
  <Words>197</Words>
  <Application>Microsoft Office PowerPoint</Application>
  <PresentationFormat>Grand écran</PresentationFormat>
  <Paragraphs>70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Gill Sans MT</vt:lpstr>
      <vt:lpstr>Wingdings 2</vt:lpstr>
      <vt:lpstr>Dividende</vt:lpstr>
      <vt:lpstr>Projet be : réalisation d’un drone</vt:lpstr>
      <vt:lpstr>1- Schéma fonctionnel</vt:lpstr>
      <vt:lpstr>II- Anatomie du drone </vt:lpstr>
      <vt:lpstr>II- Anatomie du drone </vt:lpstr>
      <vt:lpstr>II- Anatomie du drone </vt:lpstr>
      <vt:lpstr>II- Anatomie du drone </vt:lpstr>
      <vt:lpstr>II- Anatomie du drone </vt:lpstr>
      <vt:lpstr>III- réalisation du drone</vt:lpstr>
      <vt:lpstr>III- réalisation du drone</vt:lpstr>
      <vt:lpstr>III- réalisation du drone</vt:lpstr>
      <vt:lpstr>III- réalisation du drone</vt:lpstr>
      <vt:lpstr>III- réalisation du drone</vt:lpstr>
      <vt:lpstr>III- réalisation du drone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cobots</dc:title>
  <dc:creator>dinnat vincent</dc:creator>
  <cp:lastModifiedBy>Camille COTTON</cp:lastModifiedBy>
  <cp:revision>63</cp:revision>
  <dcterms:created xsi:type="dcterms:W3CDTF">2020-09-30T15:26:59Z</dcterms:created>
  <dcterms:modified xsi:type="dcterms:W3CDTF">2022-05-17T12:20:57Z</dcterms:modified>
</cp:coreProperties>
</file>