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60" r:id="rId3"/>
    <p:sldId id="257" r:id="rId4"/>
    <p:sldId id="261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F7813-6B0B-4C34-949F-15A6761EFA85}" v="59" dt="2022-04-19T12:53:21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Gabet" userId="8b64ca76be44a45a" providerId="LiveId" clId="{35FF7813-6B0B-4C34-949F-15A6761EFA85}"/>
    <pc:docChg chg="undo custSel addSld delSld modSld sldOrd">
      <pc:chgData name="Florian Gabet" userId="8b64ca76be44a45a" providerId="LiveId" clId="{35FF7813-6B0B-4C34-949F-15A6761EFA85}" dt="2022-04-19T12:54:15.194" v="697" actId="122"/>
      <pc:docMkLst>
        <pc:docMk/>
      </pc:docMkLst>
      <pc:sldChg chg="addSp delSp modSp new mod">
        <pc:chgData name="Florian Gabet" userId="8b64ca76be44a45a" providerId="LiveId" clId="{35FF7813-6B0B-4C34-949F-15A6761EFA85}" dt="2022-04-19T12:31:59.386" v="57"/>
        <pc:sldMkLst>
          <pc:docMk/>
          <pc:sldMk cId="912998830" sldId="256"/>
        </pc:sldMkLst>
        <pc:spChg chg="mod">
          <ac:chgData name="Florian Gabet" userId="8b64ca76be44a45a" providerId="LiveId" clId="{35FF7813-6B0B-4C34-949F-15A6761EFA85}" dt="2022-04-19T12:31:59.386" v="57"/>
          <ac:spMkLst>
            <pc:docMk/>
            <pc:sldMk cId="912998830" sldId="256"/>
            <ac:spMk id="2" creationId="{C4DF20AC-6C90-4EAD-BBAC-F529D3F9F714}"/>
          </ac:spMkLst>
        </pc:spChg>
        <pc:spChg chg="del mod">
          <ac:chgData name="Florian Gabet" userId="8b64ca76be44a45a" providerId="LiveId" clId="{35FF7813-6B0B-4C34-949F-15A6761EFA85}" dt="2022-04-19T12:30:39.678" v="31" actId="478"/>
          <ac:spMkLst>
            <pc:docMk/>
            <pc:sldMk cId="912998830" sldId="256"/>
            <ac:spMk id="3" creationId="{125B50EA-6877-4AC9-B08E-DC8F9DE0B2C7}"/>
          </ac:spMkLst>
        </pc:spChg>
        <pc:spChg chg="add mod">
          <ac:chgData name="Florian Gabet" userId="8b64ca76be44a45a" providerId="LiveId" clId="{35FF7813-6B0B-4C34-949F-15A6761EFA85}" dt="2022-04-19T12:30:58.885" v="50" actId="1076"/>
          <ac:spMkLst>
            <pc:docMk/>
            <pc:sldMk cId="912998830" sldId="256"/>
            <ac:spMk id="4" creationId="{225D0543-371C-441C-A84F-F2DB8BB0631E}"/>
          </ac:spMkLst>
        </pc:spChg>
      </pc:sldChg>
      <pc:sldChg chg="addSp delSp modSp new mod setBg delAnim">
        <pc:chgData name="Florian Gabet" userId="8b64ca76be44a45a" providerId="LiveId" clId="{35FF7813-6B0B-4C34-949F-15A6761EFA85}" dt="2022-04-19T12:50:47.638" v="588"/>
        <pc:sldMkLst>
          <pc:docMk/>
          <pc:sldMk cId="1586908697" sldId="257"/>
        </pc:sldMkLst>
        <pc:spChg chg="del">
          <ac:chgData name="Florian Gabet" userId="8b64ca76be44a45a" providerId="LiveId" clId="{35FF7813-6B0B-4C34-949F-15A6761EFA85}" dt="2022-04-19T12:31:11.452" v="54" actId="478"/>
          <ac:spMkLst>
            <pc:docMk/>
            <pc:sldMk cId="1586908697" sldId="257"/>
            <ac:spMk id="2" creationId="{900B526A-C71A-4E64-B433-6D891DA03F63}"/>
          </ac:spMkLst>
        </pc:spChg>
        <pc:spChg chg="del">
          <ac:chgData name="Florian Gabet" userId="8b64ca76be44a45a" providerId="LiveId" clId="{35FF7813-6B0B-4C34-949F-15A6761EFA85}" dt="2022-04-19T12:31:09.648" v="53" actId="478"/>
          <ac:spMkLst>
            <pc:docMk/>
            <pc:sldMk cId="1586908697" sldId="257"/>
            <ac:spMk id="3" creationId="{2E0CDFAE-984D-4D6A-BA7F-DF4F77AE6AC3}"/>
          </ac:spMkLst>
        </pc:spChg>
        <pc:spChg chg="add del mod">
          <ac:chgData name="Florian Gabet" userId="8b64ca76be44a45a" providerId="LiveId" clId="{35FF7813-6B0B-4C34-949F-15A6761EFA85}" dt="2022-04-19T12:50:47.166" v="587" actId="478"/>
          <ac:spMkLst>
            <pc:docMk/>
            <pc:sldMk cId="1586908697" sldId="257"/>
            <ac:spMk id="5" creationId="{5DC85E21-D851-4745-A2B2-17742D505392}"/>
          </ac:spMkLst>
        </pc:spChg>
        <pc:spChg chg="add del mod">
          <ac:chgData name="Florian Gabet" userId="8b64ca76be44a45a" providerId="LiveId" clId="{35FF7813-6B0B-4C34-949F-15A6761EFA85}" dt="2022-04-19T12:36:04.662" v="197"/>
          <ac:spMkLst>
            <pc:docMk/>
            <pc:sldMk cId="1586908697" sldId="257"/>
            <ac:spMk id="7" creationId="{B490B046-8AC1-4806-A902-51D31E5D7751}"/>
          </ac:spMkLst>
        </pc:spChg>
        <pc:spChg chg="add del mod">
          <ac:chgData name="Florian Gabet" userId="8b64ca76be44a45a" providerId="LiveId" clId="{35FF7813-6B0B-4C34-949F-15A6761EFA85}" dt="2022-04-19T12:36:04.662" v="197"/>
          <ac:spMkLst>
            <pc:docMk/>
            <pc:sldMk cId="1586908697" sldId="257"/>
            <ac:spMk id="8" creationId="{AEF58247-1D62-46A2-ACDB-078395190E0D}"/>
          </ac:spMkLst>
        </pc:spChg>
        <pc:spChg chg="add del mod">
          <ac:chgData name="Florian Gabet" userId="8b64ca76be44a45a" providerId="LiveId" clId="{35FF7813-6B0B-4C34-949F-15A6761EFA85}" dt="2022-04-19T12:36:04.662" v="197"/>
          <ac:spMkLst>
            <pc:docMk/>
            <pc:sldMk cId="1586908697" sldId="257"/>
            <ac:spMk id="15" creationId="{8367047A-9537-44AD-8D52-631FAE713842}"/>
          </ac:spMkLst>
        </pc:spChg>
        <pc:spChg chg="add del">
          <ac:chgData name="Florian Gabet" userId="8b64ca76be44a45a" providerId="LiveId" clId="{35FF7813-6B0B-4C34-949F-15A6761EFA85}" dt="2022-04-19T12:32:54.132" v="61" actId="26606"/>
          <ac:spMkLst>
            <pc:docMk/>
            <pc:sldMk cId="1586908697" sldId="257"/>
            <ac:spMk id="16" creationId="{5C6ACA56-9AD4-4EE6-8F38-8C18968ACE5C}"/>
          </ac:spMkLst>
        </pc:spChg>
        <pc:spChg chg="add del mod">
          <ac:chgData name="Florian Gabet" userId="8b64ca76be44a45a" providerId="LiveId" clId="{35FF7813-6B0B-4C34-949F-15A6761EFA85}" dt="2022-04-19T12:36:04.662" v="197"/>
          <ac:spMkLst>
            <pc:docMk/>
            <pc:sldMk cId="1586908697" sldId="257"/>
            <ac:spMk id="17" creationId="{2C12F8F4-E5F9-4081-A4DC-D1B1578889C1}"/>
          </ac:spMkLst>
        </pc:spChg>
        <pc:spChg chg="add del">
          <ac:chgData name="Florian Gabet" userId="8b64ca76be44a45a" providerId="LiveId" clId="{35FF7813-6B0B-4C34-949F-15A6761EFA85}" dt="2022-04-19T12:32:54.132" v="61" actId="26606"/>
          <ac:spMkLst>
            <pc:docMk/>
            <pc:sldMk cId="1586908697" sldId="257"/>
            <ac:spMk id="18" creationId="{BE655210-4EEB-44D9-B394-6FB4139BFC1E}"/>
          </ac:spMkLst>
        </pc:spChg>
        <pc:spChg chg="add del">
          <ac:chgData name="Florian Gabet" userId="8b64ca76be44a45a" providerId="LiveId" clId="{35FF7813-6B0B-4C34-949F-15A6761EFA85}" dt="2022-04-19T12:32:55.201" v="63" actId="26606"/>
          <ac:spMkLst>
            <pc:docMk/>
            <pc:sldMk cId="1586908697" sldId="257"/>
            <ac:spMk id="21" creationId="{391F240E-99C9-4C6A-BD0A-15F9E69F337F}"/>
          </ac:spMkLst>
        </pc:spChg>
        <pc:spChg chg="add del">
          <ac:chgData name="Florian Gabet" userId="8b64ca76be44a45a" providerId="LiveId" clId="{35FF7813-6B0B-4C34-949F-15A6761EFA85}" dt="2022-04-19T12:32:55.201" v="63" actId="26606"/>
          <ac:spMkLst>
            <pc:docMk/>
            <pc:sldMk cId="1586908697" sldId="257"/>
            <ac:spMk id="22" creationId="{9C8424AD-EE61-4FBC-ABA0-36E67508F2D0}"/>
          </ac:spMkLst>
        </pc:spChg>
        <pc:spChg chg="add del">
          <ac:chgData name="Florian Gabet" userId="8b64ca76be44a45a" providerId="LiveId" clId="{35FF7813-6B0B-4C34-949F-15A6761EFA85}" dt="2022-04-19T12:32:56.674" v="65" actId="26606"/>
          <ac:spMkLst>
            <pc:docMk/>
            <pc:sldMk cId="1586908697" sldId="257"/>
            <ac:spMk id="25" creationId="{7E633E68-B925-44AC-A7C1-894D907EE72D}"/>
          </ac:spMkLst>
        </pc:spChg>
        <pc:spChg chg="add">
          <ac:chgData name="Florian Gabet" userId="8b64ca76be44a45a" providerId="LiveId" clId="{35FF7813-6B0B-4C34-949F-15A6761EFA85}" dt="2022-04-19T12:32:56.690" v="66" actId="26606"/>
          <ac:spMkLst>
            <pc:docMk/>
            <pc:sldMk cId="1586908697" sldId="257"/>
            <ac:spMk id="28" creationId="{B1ECD48A-A6CE-48F3-8E89-3399C99382F1}"/>
          </ac:spMkLst>
        </pc:spChg>
        <pc:spChg chg="add">
          <ac:chgData name="Florian Gabet" userId="8b64ca76be44a45a" providerId="LiveId" clId="{35FF7813-6B0B-4C34-949F-15A6761EFA85}" dt="2022-04-19T12:32:56.690" v="66" actId="26606"/>
          <ac:spMkLst>
            <pc:docMk/>
            <pc:sldMk cId="1586908697" sldId="257"/>
            <ac:spMk id="29" creationId="{0A3F7A1B-3080-4A65-A240-2E1A6EF84567}"/>
          </ac:spMkLst>
        </pc:spChg>
        <pc:spChg chg="add del mod">
          <ac:chgData name="Florian Gabet" userId="8b64ca76be44a45a" providerId="LiveId" clId="{35FF7813-6B0B-4C34-949F-15A6761EFA85}" dt="2022-04-19T12:43:54.761" v="380" actId="1035"/>
          <ac:spMkLst>
            <pc:docMk/>
            <pc:sldMk cId="1586908697" sldId="257"/>
            <ac:spMk id="38" creationId="{62889FB6-BBA2-4F83-83FE-4049F8C5B7C9}"/>
          </ac:spMkLst>
        </pc:spChg>
        <pc:spChg chg="add del mod">
          <ac:chgData name="Florian Gabet" userId="8b64ca76be44a45a" providerId="LiveId" clId="{35FF7813-6B0B-4C34-949F-15A6761EFA85}" dt="2022-04-19T12:41:41.813" v="297" actId="21"/>
          <ac:spMkLst>
            <pc:docMk/>
            <pc:sldMk cId="1586908697" sldId="257"/>
            <ac:spMk id="44" creationId="{69450F42-83F9-488A-96D7-25E00F7FBB15}"/>
          </ac:spMkLst>
        </pc:spChg>
        <pc:spChg chg="add del mod">
          <ac:chgData name="Florian Gabet" userId="8b64ca76be44a45a" providerId="LiveId" clId="{35FF7813-6B0B-4C34-949F-15A6761EFA85}" dt="2022-04-19T12:41:41.813" v="297" actId="21"/>
          <ac:spMkLst>
            <pc:docMk/>
            <pc:sldMk cId="1586908697" sldId="257"/>
            <ac:spMk id="45" creationId="{E82F4F6F-CB9F-447F-B2FF-ABF2275ABBEC}"/>
          </ac:spMkLst>
        </pc:spChg>
        <pc:spChg chg="add mod">
          <ac:chgData name="Florian Gabet" userId="8b64ca76be44a45a" providerId="LiveId" clId="{35FF7813-6B0B-4C34-949F-15A6761EFA85}" dt="2022-04-19T12:42:42.002" v="316" actId="14100"/>
          <ac:spMkLst>
            <pc:docMk/>
            <pc:sldMk cId="1586908697" sldId="257"/>
            <ac:spMk id="49" creationId="{14F3121E-693B-46CA-96F2-227A31C783AF}"/>
          </ac:spMkLst>
        </pc:spChg>
        <pc:spChg chg="add mod">
          <ac:chgData name="Florian Gabet" userId="8b64ca76be44a45a" providerId="LiveId" clId="{35FF7813-6B0B-4C34-949F-15A6761EFA85}" dt="2022-04-19T12:42:22.743" v="311" actId="1076"/>
          <ac:spMkLst>
            <pc:docMk/>
            <pc:sldMk cId="1586908697" sldId="257"/>
            <ac:spMk id="50" creationId="{8AB07CAE-4FA8-4BC4-8D8B-45FF4F8E1DE2}"/>
          </ac:spMkLst>
        </pc:spChg>
        <pc:spChg chg="add mod">
          <ac:chgData name="Florian Gabet" userId="8b64ca76be44a45a" providerId="LiveId" clId="{35FF7813-6B0B-4C34-949F-15A6761EFA85}" dt="2022-04-19T12:50:47.638" v="588"/>
          <ac:spMkLst>
            <pc:docMk/>
            <pc:sldMk cId="1586908697" sldId="257"/>
            <ac:spMk id="59" creationId="{29C596D9-182D-49CF-82E8-6839BDFF0D5E}"/>
          </ac:spMkLst>
        </pc:spChg>
        <pc:grpChg chg="add del">
          <ac:chgData name="Florian Gabet" userId="8b64ca76be44a45a" providerId="LiveId" clId="{35FF7813-6B0B-4C34-949F-15A6761EFA85}" dt="2022-04-19T12:32:54.132" v="61" actId="26606"/>
          <ac:grpSpMkLst>
            <pc:docMk/>
            <pc:sldMk cId="1586908697" sldId="257"/>
            <ac:grpSpMk id="9" creationId="{2103B461-323C-4912-BFFD-C37582662085}"/>
          </ac:grpSpMkLst>
        </pc:grpChg>
        <pc:grpChg chg="add del">
          <ac:chgData name="Florian Gabet" userId="8b64ca76be44a45a" providerId="LiveId" clId="{35FF7813-6B0B-4C34-949F-15A6761EFA85}" dt="2022-04-19T12:32:55.201" v="63" actId="26606"/>
          <ac:grpSpMkLst>
            <pc:docMk/>
            <pc:sldMk cId="1586908697" sldId="257"/>
            <ac:grpSpMk id="20" creationId="{2103B461-323C-4912-BFFD-C37582662085}"/>
          </ac:grpSpMkLst>
        </pc:grpChg>
        <pc:grpChg chg="add del">
          <ac:chgData name="Florian Gabet" userId="8b64ca76be44a45a" providerId="LiveId" clId="{35FF7813-6B0B-4C34-949F-15A6761EFA85}" dt="2022-04-19T12:32:56.674" v="65" actId="26606"/>
          <ac:grpSpMkLst>
            <pc:docMk/>
            <pc:sldMk cId="1586908697" sldId="257"/>
            <ac:grpSpMk id="24" creationId="{2103B461-323C-4912-BFFD-C37582662085}"/>
          </ac:grpSpMkLst>
        </pc:grpChg>
        <pc:grpChg chg="add">
          <ac:chgData name="Florian Gabet" userId="8b64ca76be44a45a" providerId="LiveId" clId="{35FF7813-6B0B-4C34-949F-15A6761EFA85}" dt="2022-04-19T12:32:56.690" v="66" actId="26606"/>
          <ac:grpSpMkLst>
            <pc:docMk/>
            <pc:sldMk cId="1586908697" sldId="257"/>
            <ac:grpSpMk id="27" creationId="{2103B461-323C-4912-BFFD-C37582662085}"/>
          </ac:grpSpMkLst>
        </pc:grpChg>
        <pc:picChg chg="add del mod">
          <ac:chgData name="Florian Gabet" userId="8b64ca76be44a45a" providerId="LiveId" clId="{35FF7813-6B0B-4C34-949F-15A6761EFA85}" dt="2022-04-19T12:41:01.868" v="294" actId="478"/>
          <ac:picMkLst>
            <pc:docMk/>
            <pc:sldMk cId="1586908697" sldId="257"/>
            <ac:picMk id="4" creationId="{33CBFCF6-15B2-43F1-A111-93B18C87E35A}"/>
          </ac:picMkLst>
        </pc:picChg>
        <pc:picChg chg="add del mod">
          <ac:chgData name="Florian Gabet" userId="8b64ca76be44a45a" providerId="LiveId" clId="{35FF7813-6B0B-4C34-949F-15A6761EFA85}" dt="2022-04-19T12:35:13.494" v="185" actId="478"/>
          <ac:picMkLst>
            <pc:docMk/>
            <pc:sldMk cId="1586908697" sldId="257"/>
            <ac:picMk id="6" creationId="{874D375A-7960-46E3-BEB4-42D1D474FB5E}"/>
          </ac:picMkLst>
        </pc:picChg>
        <pc:picChg chg="add del mod">
          <ac:chgData name="Florian Gabet" userId="8b64ca76be44a45a" providerId="LiveId" clId="{35FF7813-6B0B-4C34-949F-15A6761EFA85}" dt="2022-04-19T12:41:44.520" v="298" actId="478"/>
          <ac:picMkLst>
            <pc:docMk/>
            <pc:sldMk cId="1586908697" sldId="257"/>
            <ac:picMk id="23" creationId="{6F1D8F00-3257-4AD9-8AC1-275F7F01A812}"/>
          </ac:picMkLst>
        </pc:picChg>
        <pc:picChg chg="add mod">
          <ac:chgData name="Florian Gabet" userId="8b64ca76be44a45a" providerId="LiveId" clId="{35FF7813-6B0B-4C34-949F-15A6761EFA85}" dt="2022-04-19T12:34:22.205" v="176"/>
          <ac:picMkLst>
            <pc:docMk/>
            <pc:sldMk cId="1586908697" sldId="257"/>
            <ac:picMk id="26" creationId="{80D39D4C-665C-4712-8005-AEA4B3905F35}"/>
          </ac:picMkLst>
        </pc:picChg>
        <pc:picChg chg="add del mod">
          <ac:chgData name="Florian Gabet" userId="8b64ca76be44a45a" providerId="LiveId" clId="{35FF7813-6B0B-4C34-949F-15A6761EFA85}" dt="2022-04-19T12:41:41.813" v="297" actId="21"/>
          <ac:picMkLst>
            <pc:docMk/>
            <pc:sldMk cId="1586908697" sldId="257"/>
            <ac:picMk id="41" creationId="{A3C01BF8-E5E6-4955-93C2-C211277C6A20}"/>
          </ac:picMkLst>
        </pc:picChg>
        <pc:picChg chg="add del mod">
          <ac:chgData name="Florian Gabet" userId="8b64ca76be44a45a" providerId="LiveId" clId="{35FF7813-6B0B-4C34-949F-15A6761EFA85}" dt="2022-04-19T12:41:41.813" v="297" actId="21"/>
          <ac:picMkLst>
            <pc:docMk/>
            <pc:sldMk cId="1586908697" sldId="257"/>
            <ac:picMk id="42" creationId="{FE476A58-F055-44F7-8F3E-055B3D6BABB5}"/>
          </ac:picMkLst>
        </pc:picChg>
        <pc:picChg chg="add mod">
          <ac:chgData name="Florian Gabet" userId="8b64ca76be44a45a" providerId="LiveId" clId="{35FF7813-6B0B-4C34-949F-15A6761EFA85}" dt="2022-04-19T12:42:50.056" v="324" actId="1035"/>
          <ac:picMkLst>
            <pc:docMk/>
            <pc:sldMk cId="1586908697" sldId="257"/>
            <ac:picMk id="46" creationId="{FEE87F2A-1C80-4895-9489-34C11FE03EF6}"/>
          </ac:picMkLst>
        </pc:picChg>
        <pc:picChg chg="add mod">
          <ac:chgData name="Florian Gabet" userId="8b64ca76be44a45a" providerId="LiveId" clId="{35FF7813-6B0B-4C34-949F-15A6761EFA85}" dt="2022-04-19T12:42:01.846" v="304" actId="1076"/>
          <ac:picMkLst>
            <pc:docMk/>
            <pc:sldMk cId="1586908697" sldId="257"/>
            <ac:picMk id="47" creationId="{7B018E0A-9C52-4211-88A8-624F0437ECB2}"/>
          </ac:picMkLst>
        </pc:picChg>
        <pc:cxnChg chg="add del mod">
          <ac:chgData name="Florian Gabet" userId="8b64ca76be44a45a" providerId="LiveId" clId="{35FF7813-6B0B-4C34-949F-15A6761EFA85}" dt="2022-04-19T12:36:04.662" v="197"/>
          <ac:cxnSpMkLst>
            <pc:docMk/>
            <pc:sldMk cId="1586908697" sldId="257"/>
            <ac:cxnSpMk id="30" creationId="{79B24925-88B9-40EC-8D17-A13356750947}"/>
          </ac:cxnSpMkLst>
        </pc:cxnChg>
        <pc:cxnChg chg="add del mod">
          <ac:chgData name="Florian Gabet" userId="8b64ca76be44a45a" providerId="LiveId" clId="{35FF7813-6B0B-4C34-949F-15A6761EFA85}" dt="2022-04-19T12:36:04.662" v="197"/>
          <ac:cxnSpMkLst>
            <pc:docMk/>
            <pc:sldMk cId="1586908697" sldId="257"/>
            <ac:cxnSpMk id="31" creationId="{1CED37B5-D39A-49FC-B291-DDFE713B501A}"/>
          </ac:cxnSpMkLst>
        </pc:cxnChg>
        <pc:cxnChg chg="add del mod">
          <ac:chgData name="Florian Gabet" userId="8b64ca76be44a45a" providerId="LiveId" clId="{35FF7813-6B0B-4C34-949F-15A6761EFA85}" dt="2022-04-19T12:36:04.662" v="197"/>
          <ac:cxnSpMkLst>
            <pc:docMk/>
            <pc:sldMk cId="1586908697" sldId="257"/>
            <ac:cxnSpMk id="32" creationId="{998CA0C9-9592-4B13-971D-CE582093355A}"/>
          </ac:cxnSpMkLst>
        </pc:cxnChg>
        <pc:cxnChg chg="add mod ord">
          <ac:chgData name="Florian Gabet" userId="8b64ca76be44a45a" providerId="LiveId" clId="{35FF7813-6B0B-4C34-949F-15A6761EFA85}" dt="2022-04-19T12:43:57.843" v="381" actId="14100"/>
          <ac:cxnSpMkLst>
            <pc:docMk/>
            <pc:sldMk cId="1586908697" sldId="257"/>
            <ac:cxnSpMk id="35" creationId="{D9C046DE-CA12-42B6-9456-89E534AB1578}"/>
          </ac:cxnSpMkLst>
        </pc:cxnChg>
        <pc:cxnChg chg="add mod ord">
          <ac:chgData name="Florian Gabet" userId="8b64ca76be44a45a" providerId="LiveId" clId="{35FF7813-6B0B-4C34-949F-15A6761EFA85}" dt="2022-04-19T12:43:36.345" v="338" actId="166"/>
          <ac:cxnSpMkLst>
            <pc:docMk/>
            <pc:sldMk cId="1586908697" sldId="257"/>
            <ac:cxnSpMk id="36" creationId="{C86A66DF-D71B-4422-B3B5-2A4D219BF75B}"/>
          </ac:cxnSpMkLst>
        </pc:cxnChg>
        <pc:cxnChg chg="add del mod">
          <ac:chgData name="Florian Gabet" userId="8b64ca76be44a45a" providerId="LiveId" clId="{35FF7813-6B0B-4C34-949F-15A6761EFA85}" dt="2022-04-19T12:43:05.347" v="327" actId="478"/>
          <ac:cxnSpMkLst>
            <pc:docMk/>
            <pc:sldMk cId="1586908697" sldId="257"/>
            <ac:cxnSpMk id="37" creationId="{627EF59D-7ADE-4520-ADB0-D777D4782D1F}"/>
          </ac:cxnSpMkLst>
        </pc:cxnChg>
        <pc:cxnChg chg="add del mod">
          <ac:chgData name="Florian Gabet" userId="8b64ca76be44a45a" providerId="LiveId" clId="{35FF7813-6B0B-4C34-949F-15A6761EFA85}" dt="2022-04-19T12:41:41.813" v="297" actId="21"/>
          <ac:cxnSpMkLst>
            <pc:docMk/>
            <pc:sldMk cId="1586908697" sldId="257"/>
            <ac:cxnSpMk id="43" creationId="{4168628B-3903-4AFC-87F2-721AD9D5130C}"/>
          </ac:cxnSpMkLst>
        </pc:cxnChg>
        <pc:cxnChg chg="add mod">
          <ac:chgData name="Florian Gabet" userId="8b64ca76be44a45a" providerId="LiveId" clId="{35FF7813-6B0B-4C34-949F-15A6761EFA85}" dt="2022-04-19T12:42:28.942" v="313" actId="14100"/>
          <ac:cxnSpMkLst>
            <pc:docMk/>
            <pc:sldMk cId="1586908697" sldId="257"/>
            <ac:cxnSpMk id="48" creationId="{40E12A03-548F-4AC2-AE5F-E57E763C4DC4}"/>
          </ac:cxnSpMkLst>
        </pc:cxnChg>
      </pc:sldChg>
      <pc:sldChg chg="delSp add del setBg delDesignElem">
        <pc:chgData name="Florian Gabet" userId="8b64ca76be44a45a" providerId="LiveId" clId="{35FF7813-6B0B-4C34-949F-15A6761EFA85}" dt="2022-04-19T12:34:27.723" v="179" actId="47"/>
        <pc:sldMkLst>
          <pc:docMk/>
          <pc:sldMk cId="641295258" sldId="258"/>
        </pc:sldMkLst>
        <pc:spChg chg="del">
          <ac:chgData name="Florian Gabet" userId="8b64ca76be44a45a" providerId="LiveId" clId="{35FF7813-6B0B-4C34-949F-15A6761EFA85}" dt="2022-04-19T12:34:24.139" v="178"/>
          <ac:spMkLst>
            <pc:docMk/>
            <pc:sldMk cId="641295258" sldId="258"/>
            <ac:spMk id="28" creationId="{B1ECD48A-A6CE-48F3-8E89-3399C99382F1}"/>
          </ac:spMkLst>
        </pc:spChg>
        <pc:spChg chg="del">
          <ac:chgData name="Florian Gabet" userId="8b64ca76be44a45a" providerId="LiveId" clId="{35FF7813-6B0B-4C34-949F-15A6761EFA85}" dt="2022-04-19T12:34:24.139" v="178"/>
          <ac:spMkLst>
            <pc:docMk/>
            <pc:sldMk cId="641295258" sldId="258"/>
            <ac:spMk id="29" creationId="{0A3F7A1B-3080-4A65-A240-2E1A6EF84567}"/>
          </ac:spMkLst>
        </pc:spChg>
        <pc:grpChg chg="del">
          <ac:chgData name="Florian Gabet" userId="8b64ca76be44a45a" providerId="LiveId" clId="{35FF7813-6B0B-4C34-949F-15A6761EFA85}" dt="2022-04-19T12:34:24.139" v="178"/>
          <ac:grpSpMkLst>
            <pc:docMk/>
            <pc:sldMk cId="641295258" sldId="258"/>
            <ac:grpSpMk id="27" creationId="{2103B461-323C-4912-BFFD-C37582662085}"/>
          </ac:grpSpMkLst>
        </pc:grpChg>
      </pc:sldChg>
      <pc:sldChg chg="modSp new del">
        <pc:chgData name="Florian Gabet" userId="8b64ca76be44a45a" providerId="LiveId" clId="{35FF7813-6B0B-4C34-949F-15A6761EFA85}" dt="2022-04-19T12:33:10.428" v="70" actId="47"/>
        <pc:sldMkLst>
          <pc:docMk/>
          <pc:sldMk cId="1966435827" sldId="258"/>
        </pc:sldMkLst>
        <pc:spChg chg="mod">
          <ac:chgData name="Florian Gabet" userId="8b64ca76be44a45a" providerId="LiveId" clId="{35FF7813-6B0B-4C34-949F-15A6761EFA85}" dt="2022-04-19T12:31:59.386" v="57"/>
          <ac:spMkLst>
            <pc:docMk/>
            <pc:sldMk cId="1966435827" sldId="258"/>
            <ac:spMk id="2" creationId="{58CE7DE5-8071-4EB2-80C5-F21FBA462DBF}"/>
          </ac:spMkLst>
        </pc:spChg>
        <pc:spChg chg="mod">
          <ac:chgData name="Florian Gabet" userId="8b64ca76be44a45a" providerId="LiveId" clId="{35FF7813-6B0B-4C34-949F-15A6761EFA85}" dt="2022-04-19T12:31:59.386" v="57"/>
          <ac:spMkLst>
            <pc:docMk/>
            <pc:sldMk cId="1966435827" sldId="258"/>
            <ac:spMk id="3" creationId="{D6F017DD-91FB-4BB9-A580-EBE5F2928321}"/>
          </ac:spMkLst>
        </pc:spChg>
      </pc:sldChg>
      <pc:sldChg chg="new del">
        <pc:chgData name="Florian Gabet" userId="8b64ca76be44a45a" providerId="LiveId" clId="{35FF7813-6B0B-4C34-949F-15A6761EFA85}" dt="2022-04-19T12:38:21.190" v="254" actId="47"/>
        <pc:sldMkLst>
          <pc:docMk/>
          <pc:sldMk cId="2804013090" sldId="258"/>
        </pc:sldMkLst>
      </pc:sldChg>
      <pc:sldChg chg="addSp delSp modSp add del mod setBg delDesignElem">
        <pc:chgData name="Florian Gabet" userId="8b64ca76be44a45a" providerId="LiveId" clId="{35FF7813-6B0B-4C34-949F-15A6761EFA85}" dt="2022-04-19T12:34:41.977" v="183" actId="47"/>
        <pc:sldMkLst>
          <pc:docMk/>
          <pc:sldMk cId="3374084695" sldId="258"/>
        </pc:sldMkLst>
        <pc:spChg chg="mod">
          <ac:chgData name="Florian Gabet" userId="8b64ca76be44a45a" providerId="LiveId" clId="{35FF7813-6B0B-4C34-949F-15A6761EFA85}" dt="2022-04-19T12:34:38.605" v="182" actId="26606"/>
          <ac:spMkLst>
            <pc:docMk/>
            <pc:sldMk cId="3374084695" sldId="258"/>
            <ac:spMk id="5" creationId="{5DC85E21-D851-4745-A2B2-17742D505392}"/>
          </ac:spMkLst>
        </pc:spChg>
        <pc:spChg chg="add">
          <ac:chgData name="Florian Gabet" userId="8b64ca76be44a45a" providerId="LiveId" clId="{35FF7813-6B0B-4C34-949F-15A6761EFA85}" dt="2022-04-19T12:34:38.605" v="182" actId="26606"/>
          <ac:spMkLst>
            <pc:docMk/>
            <pc:sldMk cId="3374084695" sldId="258"/>
            <ac:spMk id="25" creationId="{7AF37A8D-CF8E-42C8-A7B1-1262C024F83A}"/>
          </ac:spMkLst>
        </pc:spChg>
        <pc:spChg chg="del">
          <ac:chgData name="Florian Gabet" userId="8b64ca76be44a45a" providerId="LiveId" clId="{35FF7813-6B0B-4C34-949F-15A6761EFA85}" dt="2022-04-19T12:34:28.579" v="181"/>
          <ac:spMkLst>
            <pc:docMk/>
            <pc:sldMk cId="3374084695" sldId="258"/>
            <ac:spMk id="28" creationId="{B1ECD48A-A6CE-48F3-8E89-3399C99382F1}"/>
          </ac:spMkLst>
        </pc:spChg>
        <pc:spChg chg="del">
          <ac:chgData name="Florian Gabet" userId="8b64ca76be44a45a" providerId="LiveId" clId="{35FF7813-6B0B-4C34-949F-15A6761EFA85}" dt="2022-04-19T12:34:28.579" v="181"/>
          <ac:spMkLst>
            <pc:docMk/>
            <pc:sldMk cId="3374084695" sldId="258"/>
            <ac:spMk id="29" creationId="{0A3F7A1B-3080-4A65-A240-2E1A6EF84567}"/>
          </ac:spMkLst>
        </pc:spChg>
        <pc:spChg chg="add">
          <ac:chgData name="Florian Gabet" userId="8b64ca76be44a45a" providerId="LiveId" clId="{35FF7813-6B0B-4C34-949F-15A6761EFA85}" dt="2022-04-19T12:34:38.605" v="182" actId="26606"/>
          <ac:spMkLst>
            <pc:docMk/>
            <pc:sldMk cId="3374084695" sldId="258"/>
            <ac:spMk id="30" creationId="{89949840-4A9E-4942-985B-A8E5DEC32F0D}"/>
          </ac:spMkLst>
        </pc:spChg>
        <pc:grpChg chg="del">
          <ac:chgData name="Florian Gabet" userId="8b64ca76be44a45a" providerId="LiveId" clId="{35FF7813-6B0B-4C34-949F-15A6761EFA85}" dt="2022-04-19T12:34:28.579" v="181"/>
          <ac:grpSpMkLst>
            <pc:docMk/>
            <pc:sldMk cId="3374084695" sldId="258"/>
            <ac:grpSpMk id="27" creationId="{2103B461-323C-4912-BFFD-C37582662085}"/>
          </ac:grpSpMkLst>
        </pc:grpChg>
        <pc:grpChg chg="add">
          <ac:chgData name="Florian Gabet" userId="8b64ca76be44a45a" providerId="LiveId" clId="{35FF7813-6B0B-4C34-949F-15A6761EFA85}" dt="2022-04-19T12:34:38.605" v="182" actId="26606"/>
          <ac:grpSpMkLst>
            <pc:docMk/>
            <pc:sldMk cId="3374084695" sldId="258"/>
            <ac:grpSpMk id="32" creationId="{0065AF39-D996-4969-AE91-06E708D1F479}"/>
          </ac:grpSpMkLst>
        </pc:grpChg>
        <pc:picChg chg="mod">
          <ac:chgData name="Florian Gabet" userId="8b64ca76be44a45a" providerId="LiveId" clId="{35FF7813-6B0B-4C34-949F-15A6761EFA85}" dt="2022-04-19T12:34:38.605" v="182" actId="26606"/>
          <ac:picMkLst>
            <pc:docMk/>
            <pc:sldMk cId="3374084695" sldId="258"/>
            <ac:picMk id="4" creationId="{33CBFCF6-15B2-43F1-A111-93B18C87E35A}"/>
          </ac:picMkLst>
        </pc:picChg>
        <pc:picChg chg="mod ord">
          <ac:chgData name="Florian Gabet" userId="8b64ca76be44a45a" providerId="LiveId" clId="{35FF7813-6B0B-4C34-949F-15A6761EFA85}" dt="2022-04-19T12:34:38.605" v="182" actId="26606"/>
          <ac:picMkLst>
            <pc:docMk/>
            <pc:sldMk cId="3374084695" sldId="258"/>
            <ac:picMk id="23" creationId="{6F1D8F00-3257-4AD9-8AC1-275F7F01A812}"/>
          </ac:picMkLst>
        </pc:picChg>
      </pc:sldChg>
      <pc:sldChg chg="addSp delSp modSp add del mod setBg delDesignElem">
        <pc:chgData name="Florian Gabet" userId="8b64ca76be44a45a" providerId="LiveId" clId="{35FF7813-6B0B-4C34-949F-15A6761EFA85}" dt="2022-04-19T12:38:15.973" v="253" actId="47"/>
        <pc:sldMkLst>
          <pc:docMk/>
          <pc:sldMk cId="1512605655" sldId="259"/>
        </pc:sldMkLst>
        <pc:spChg chg="add del mod">
          <ac:chgData name="Florian Gabet" userId="8b64ca76be44a45a" providerId="LiveId" clId="{35FF7813-6B0B-4C34-949F-15A6761EFA85}" dt="2022-04-19T12:37:37.189" v="247"/>
          <ac:spMkLst>
            <pc:docMk/>
            <pc:sldMk cId="1512605655" sldId="259"/>
            <ac:spMk id="2" creationId="{C7D96395-67C1-4300-9FA5-161587604ABA}"/>
          </ac:spMkLst>
        </pc:spChg>
        <pc:spChg chg="add del mod">
          <ac:chgData name="Florian Gabet" userId="8b64ca76be44a45a" providerId="LiveId" clId="{35FF7813-6B0B-4C34-949F-15A6761EFA85}" dt="2022-04-19T12:37:37.189" v="247"/>
          <ac:spMkLst>
            <pc:docMk/>
            <pc:sldMk cId="1512605655" sldId="259"/>
            <ac:spMk id="3" creationId="{13CA464E-FF86-4D0D-85E1-1FD2F45C5E60}"/>
          </ac:spMkLst>
        </pc:spChg>
        <pc:spChg chg="del">
          <ac:chgData name="Florian Gabet" userId="8b64ca76be44a45a" providerId="LiveId" clId="{35FF7813-6B0B-4C34-949F-15A6761EFA85}" dt="2022-04-19T12:37:26.161" v="245"/>
          <ac:spMkLst>
            <pc:docMk/>
            <pc:sldMk cId="1512605655" sldId="259"/>
            <ac:spMk id="28" creationId="{B1ECD48A-A6CE-48F3-8E89-3399C99382F1}"/>
          </ac:spMkLst>
        </pc:spChg>
        <pc:spChg chg="del">
          <ac:chgData name="Florian Gabet" userId="8b64ca76be44a45a" providerId="LiveId" clId="{35FF7813-6B0B-4C34-949F-15A6761EFA85}" dt="2022-04-19T12:37:26.161" v="245"/>
          <ac:spMkLst>
            <pc:docMk/>
            <pc:sldMk cId="1512605655" sldId="259"/>
            <ac:spMk id="29" creationId="{0A3F7A1B-3080-4A65-A240-2E1A6EF84567}"/>
          </ac:spMkLst>
        </pc:spChg>
        <pc:grpChg chg="del">
          <ac:chgData name="Florian Gabet" userId="8b64ca76be44a45a" providerId="LiveId" clId="{35FF7813-6B0B-4C34-949F-15A6761EFA85}" dt="2022-04-19T12:37:26.161" v="245"/>
          <ac:grpSpMkLst>
            <pc:docMk/>
            <pc:sldMk cId="1512605655" sldId="259"/>
            <ac:grpSpMk id="27" creationId="{2103B461-323C-4912-BFFD-C37582662085}"/>
          </ac:grpSpMkLst>
        </pc:grpChg>
        <pc:picChg chg="del">
          <ac:chgData name="Florian Gabet" userId="8b64ca76be44a45a" providerId="LiveId" clId="{35FF7813-6B0B-4C34-949F-15A6761EFA85}" dt="2022-04-19T12:37:52.029" v="248" actId="478"/>
          <ac:picMkLst>
            <pc:docMk/>
            <pc:sldMk cId="1512605655" sldId="259"/>
            <ac:picMk id="4" creationId="{33CBFCF6-15B2-43F1-A111-93B18C87E35A}"/>
          </ac:picMkLst>
        </pc:picChg>
        <pc:picChg chg="add mod">
          <ac:chgData name="Florian Gabet" userId="8b64ca76be44a45a" providerId="LiveId" clId="{35FF7813-6B0B-4C34-949F-15A6761EFA85}" dt="2022-04-19T12:37:55.956" v="250" actId="1076"/>
          <ac:picMkLst>
            <pc:docMk/>
            <pc:sldMk cId="1512605655" sldId="259"/>
            <ac:picMk id="19" creationId="{5471AC26-A651-417F-A8CE-1EC467BFF02E}"/>
          </ac:picMkLst>
        </pc:picChg>
        <pc:picChg chg="del">
          <ac:chgData name="Florian Gabet" userId="8b64ca76be44a45a" providerId="LiveId" clId="{35FF7813-6B0B-4C34-949F-15A6761EFA85}" dt="2022-04-19T12:37:58.231" v="251" actId="478"/>
          <ac:picMkLst>
            <pc:docMk/>
            <pc:sldMk cId="1512605655" sldId="259"/>
            <ac:picMk id="23" creationId="{6F1D8F00-3257-4AD9-8AC1-275F7F01A812}"/>
          </ac:picMkLst>
        </pc:picChg>
      </pc:sldChg>
      <pc:sldChg chg="addSp delSp modSp add mod ord">
        <pc:chgData name="Florian Gabet" userId="8b64ca76be44a45a" providerId="LiveId" clId="{35FF7813-6B0B-4C34-949F-15A6761EFA85}" dt="2022-04-19T12:50:25.536" v="585" actId="1076"/>
        <pc:sldMkLst>
          <pc:docMk/>
          <pc:sldMk cId="2746647710" sldId="260"/>
        </pc:sldMkLst>
        <pc:spChg chg="add mod">
          <ac:chgData name="Florian Gabet" userId="8b64ca76be44a45a" providerId="LiveId" clId="{35FF7813-6B0B-4C34-949F-15A6761EFA85}" dt="2022-04-19T12:39:53.696" v="283" actId="1076"/>
          <ac:spMkLst>
            <pc:docMk/>
            <pc:sldMk cId="2746647710" sldId="260"/>
            <ac:spMk id="2" creationId="{4AB40E82-6C1E-4F06-9339-C087C4409261}"/>
          </ac:spMkLst>
        </pc:spChg>
        <pc:spChg chg="mod">
          <ac:chgData name="Florian Gabet" userId="8b64ca76be44a45a" providerId="LiveId" clId="{35FF7813-6B0B-4C34-949F-15A6761EFA85}" dt="2022-04-19T12:50:25.536" v="585" actId="1076"/>
          <ac:spMkLst>
            <pc:docMk/>
            <pc:sldMk cId="2746647710" sldId="260"/>
            <ac:spMk id="5" creationId="{5DC85E21-D851-4745-A2B2-17742D505392}"/>
          </ac:spMkLst>
        </pc:spChg>
        <pc:spChg chg="del mod">
          <ac:chgData name="Florian Gabet" userId="8b64ca76be44a45a" providerId="LiveId" clId="{35FF7813-6B0B-4C34-949F-15A6761EFA85}" dt="2022-04-19T12:38:50.754" v="258" actId="478"/>
          <ac:spMkLst>
            <pc:docMk/>
            <pc:sldMk cId="2746647710" sldId="260"/>
            <ac:spMk id="38" creationId="{62889FB6-BBA2-4F83-83FE-4049F8C5B7C9}"/>
          </ac:spMkLst>
        </pc:spChg>
        <pc:picChg chg="del">
          <ac:chgData name="Florian Gabet" userId="8b64ca76be44a45a" providerId="LiveId" clId="{35FF7813-6B0B-4C34-949F-15A6761EFA85}" dt="2022-04-19T12:38:46.337" v="255" actId="478"/>
          <ac:picMkLst>
            <pc:docMk/>
            <pc:sldMk cId="2746647710" sldId="260"/>
            <ac:picMk id="4" creationId="{33CBFCF6-15B2-43F1-A111-93B18C87E35A}"/>
          </ac:picMkLst>
        </pc:picChg>
        <pc:picChg chg="add mod">
          <ac:chgData name="Florian Gabet" userId="8b64ca76be44a45a" providerId="LiveId" clId="{35FF7813-6B0B-4C34-949F-15A6761EFA85}" dt="2022-04-19T12:40:52.620" v="291" actId="1076"/>
          <ac:picMkLst>
            <pc:docMk/>
            <pc:sldMk cId="2746647710" sldId="260"/>
            <ac:picMk id="19" creationId="{FC62E61F-A8E3-4FB8-8C14-30D404072D5A}"/>
          </ac:picMkLst>
        </pc:picChg>
        <pc:picChg chg="del">
          <ac:chgData name="Florian Gabet" userId="8b64ca76be44a45a" providerId="LiveId" clId="{35FF7813-6B0B-4C34-949F-15A6761EFA85}" dt="2022-04-19T12:38:48" v="256" actId="478"/>
          <ac:picMkLst>
            <pc:docMk/>
            <pc:sldMk cId="2746647710" sldId="260"/>
            <ac:picMk id="23" creationId="{6F1D8F00-3257-4AD9-8AC1-275F7F01A812}"/>
          </ac:picMkLst>
        </pc:picChg>
        <pc:picChg chg="add mod">
          <ac:chgData name="Florian Gabet" userId="8b64ca76be44a45a" providerId="LiveId" clId="{35FF7813-6B0B-4C34-949F-15A6761EFA85}" dt="2022-04-19T12:40:49.866" v="290" actId="1076"/>
          <ac:picMkLst>
            <pc:docMk/>
            <pc:sldMk cId="2746647710" sldId="260"/>
            <ac:picMk id="3073" creationId="{CDC55FB3-9F34-46F4-BA28-D316546039BD}"/>
          </ac:picMkLst>
        </pc:picChg>
        <pc:cxnChg chg="del">
          <ac:chgData name="Florian Gabet" userId="8b64ca76be44a45a" providerId="LiveId" clId="{35FF7813-6B0B-4C34-949F-15A6761EFA85}" dt="2022-04-19T12:38:51.509" v="259" actId="478"/>
          <ac:cxnSpMkLst>
            <pc:docMk/>
            <pc:sldMk cId="2746647710" sldId="260"/>
            <ac:cxnSpMk id="35" creationId="{D9C046DE-CA12-42B6-9456-89E534AB1578}"/>
          </ac:cxnSpMkLst>
        </pc:cxnChg>
        <pc:cxnChg chg="del">
          <ac:chgData name="Florian Gabet" userId="8b64ca76be44a45a" providerId="LiveId" clId="{35FF7813-6B0B-4C34-949F-15A6761EFA85}" dt="2022-04-19T12:38:52.312" v="260" actId="478"/>
          <ac:cxnSpMkLst>
            <pc:docMk/>
            <pc:sldMk cId="2746647710" sldId="260"/>
            <ac:cxnSpMk id="36" creationId="{C86A66DF-D71B-4422-B3B5-2A4D219BF75B}"/>
          </ac:cxnSpMkLst>
        </pc:cxnChg>
        <pc:cxnChg chg="del">
          <ac:chgData name="Florian Gabet" userId="8b64ca76be44a45a" providerId="LiveId" clId="{35FF7813-6B0B-4C34-949F-15A6761EFA85}" dt="2022-04-19T12:38:53.061" v="261" actId="478"/>
          <ac:cxnSpMkLst>
            <pc:docMk/>
            <pc:sldMk cId="2746647710" sldId="260"/>
            <ac:cxnSpMk id="37" creationId="{627EF59D-7ADE-4520-ADB0-D777D4782D1F}"/>
          </ac:cxnSpMkLst>
        </pc:cxnChg>
      </pc:sldChg>
      <pc:sldChg chg="addSp delSp modSp add mod">
        <pc:chgData name="Florian Gabet" userId="8b64ca76be44a45a" providerId="LiveId" clId="{35FF7813-6B0B-4C34-949F-15A6761EFA85}" dt="2022-04-19T12:50:56.435" v="603" actId="20577"/>
        <pc:sldMkLst>
          <pc:docMk/>
          <pc:sldMk cId="1299156118" sldId="261"/>
        </pc:sldMkLst>
        <pc:spChg chg="mod">
          <ac:chgData name="Florian Gabet" userId="8b64ca76be44a45a" providerId="LiveId" clId="{35FF7813-6B0B-4C34-949F-15A6761EFA85}" dt="2022-04-19T12:50:56.435" v="603" actId="20577"/>
          <ac:spMkLst>
            <pc:docMk/>
            <pc:sldMk cId="1299156118" sldId="261"/>
            <ac:spMk id="5" creationId="{5DC85E21-D851-4745-A2B2-17742D505392}"/>
          </ac:spMkLst>
        </pc:spChg>
        <pc:spChg chg="add mod">
          <ac:chgData name="Florian Gabet" userId="8b64ca76be44a45a" providerId="LiveId" clId="{35FF7813-6B0B-4C34-949F-15A6761EFA85}" dt="2022-04-19T12:45:38.715" v="399"/>
          <ac:spMkLst>
            <pc:docMk/>
            <pc:sldMk cId="1299156118" sldId="261"/>
            <ac:spMk id="19" creationId="{BA422468-5ABF-4032-93C7-2C823FA59E23}"/>
          </ac:spMkLst>
        </pc:spChg>
        <pc:spChg chg="mod">
          <ac:chgData name="Florian Gabet" userId="8b64ca76be44a45a" providerId="LiveId" clId="{35FF7813-6B0B-4C34-949F-15A6761EFA85}" dt="2022-04-19T12:47:30.917" v="539" actId="20577"/>
          <ac:spMkLst>
            <pc:docMk/>
            <pc:sldMk cId="1299156118" sldId="261"/>
            <ac:spMk id="38" creationId="{62889FB6-BBA2-4F83-83FE-4049F8C5B7C9}"/>
          </ac:spMkLst>
        </pc:spChg>
        <pc:spChg chg="del">
          <ac:chgData name="Florian Gabet" userId="8b64ca76be44a45a" providerId="LiveId" clId="{35FF7813-6B0B-4C34-949F-15A6761EFA85}" dt="2022-04-19T12:44:58.704" v="387" actId="478"/>
          <ac:spMkLst>
            <pc:docMk/>
            <pc:sldMk cId="1299156118" sldId="261"/>
            <ac:spMk id="49" creationId="{14F3121E-693B-46CA-96F2-227A31C783AF}"/>
          </ac:spMkLst>
        </pc:spChg>
        <pc:spChg chg="del mod">
          <ac:chgData name="Florian Gabet" userId="8b64ca76be44a45a" providerId="LiveId" clId="{35FF7813-6B0B-4C34-949F-15A6761EFA85}" dt="2022-04-19T12:45:00.330" v="389" actId="478"/>
          <ac:spMkLst>
            <pc:docMk/>
            <pc:sldMk cId="1299156118" sldId="261"/>
            <ac:spMk id="50" creationId="{8AB07CAE-4FA8-4BC4-8D8B-45FF4F8E1DE2}"/>
          </ac:spMkLst>
        </pc:spChg>
        <pc:graphicFrameChg chg="add del mod">
          <ac:chgData name="Florian Gabet" userId="8b64ca76be44a45a" providerId="LiveId" clId="{35FF7813-6B0B-4C34-949F-15A6761EFA85}" dt="2022-04-19T12:46:07.920" v="402" actId="478"/>
          <ac:graphicFrameMkLst>
            <pc:docMk/>
            <pc:sldMk cId="1299156118" sldId="261"/>
            <ac:graphicFrameMk id="21" creationId="{67E6641D-3033-453A-B6E0-5D78E65A739A}"/>
          </ac:graphicFrameMkLst>
        </pc:graphicFrameChg>
        <pc:picChg chg="add mod">
          <ac:chgData name="Florian Gabet" userId="8b64ca76be44a45a" providerId="LiveId" clId="{35FF7813-6B0B-4C34-949F-15A6761EFA85}" dt="2022-04-19T12:46:43.265" v="406" actId="1076"/>
          <ac:picMkLst>
            <pc:docMk/>
            <pc:sldMk cId="1299156118" sldId="261"/>
            <ac:picMk id="3" creationId="{BD866536-3E32-4C07-A361-4F9C704AFC62}"/>
          </ac:picMkLst>
        </pc:picChg>
        <pc:picChg chg="del">
          <ac:chgData name="Florian Gabet" userId="8b64ca76be44a45a" providerId="LiveId" clId="{35FF7813-6B0B-4C34-949F-15A6761EFA85}" dt="2022-04-19T12:44:50.537" v="383" actId="478"/>
          <ac:picMkLst>
            <pc:docMk/>
            <pc:sldMk cId="1299156118" sldId="261"/>
            <ac:picMk id="46" creationId="{FEE87F2A-1C80-4895-9489-34C11FE03EF6}"/>
          </ac:picMkLst>
        </pc:picChg>
        <pc:picChg chg="del">
          <ac:chgData name="Florian Gabet" userId="8b64ca76be44a45a" providerId="LiveId" clId="{35FF7813-6B0B-4C34-949F-15A6761EFA85}" dt="2022-04-19T12:44:51.473" v="384" actId="478"/>
          <ac:picMkLst>
            <pc:docMk/>
            <pc:sldMk cId="1299156118" sldId="261"/>
            <ac:picMk id="47" creationId="{7B018E0A-9C52-4211-88A8-624F0437ECB2}"/>
          </ac:picMkLst>
        </pc:picChg>
        <pc:cxnChg chg="add mod">
          <ac:chgData name="Florian Gabet" userId="8b64ca76be44a45a" providerId="LiveId" clId="{35FF7813-6B0B-4C34-949F-15A6761EFA85}" dt="2022-04-19T12:45:38.715" v="399"/>
          <ac:cxnSpMkLst>
            <pc:docMk/>
            <pc:sldMk cId="1299156118" sldId="261"/>
            <ac:cxnSpMk id="20" creationId="{A9B2ECF9-97A2-4420-82BD-6EB6AAEA93F5}"/>
          </ac:cxnSpMkLst>
        </pc:cxnChg>
        <pc:cxnChg chg="del">
          <ac:chgData name="Florian Gabet" userId="8b64ca76be44a45a" providerId="LiveId" clId="{35FF7813-6B0B-4C34-949F-15A6761EFA85}" dt="2022-04-19T12:45:03.274" v="392" actId="478"/>
          <ac:cxnSpMkLst>
            <pc:docMk/>
            <pc:sldMk cId="1299156118" sldId="261"/>
            <ac:cxnSpMk id="35" creationId="{D9C046DE-CA12-42B6-9456-89E534AB1578}"/>
          </ac:cxnSpMkLst>
        </pc:cxnChg>
        <pc:cxnChg chg="del">
          <ac:chgData name="Florian Gabet" userId="8b64ca76be44a45a" providerId="LiveId" clId="{35FF7813-6B0B-4C34-949F-15A6761EFA85}" dt="2022-04-19T12:45:02.369" v="391" actId="478"/>
          <ac:cxnSpMkLst>
            <pc:docMk/>
            <pc:sldMk cId="1299156118" sldId="261"/>
            <ac:cxnSpMk id="36" creationId="{C86A66DF-D71B-4422-B3B5-2A4D219BF75B}"/>
          </ac:cxnSpMkLst>
        </pc:cxnChg>
        <pc:cxnChg chg="del">
          <ac:chgData name="Florian Gabet" userId="8b64ca76be44a45a" providerId="LiveId" clId="{35FF7813-6B0B-4C34-949F-15A6761EFA85}" dt="2022-04-19T12:45:01.497" v="390" actId="478"/>
          <ac:cxnSpMkLst>
            <pc:docMk/>
            <pc:sldMk cId="1299156118" sldId="261"/>
            <ac:cxnSpMk id="48" creationId="{40E12A03-548F-4AC2-AE5F-E57E763C4DC4}"/>
          </ac:cxnSpMkLst>
        </pc:cxnChg>
      </pc:sldChg>
      <pc:sldChg chg="add del">
        <pc:chgData name="Florian Gabet" userId="8b64ca76be44a45a" providerId="LiveId" clId="{35FF7813-6B0B-4C34-949F-15A6761EFA85}" dt="2022-04-19T12:51:32.133" v="627" actId="47"/>
        <pc:sldMkLst>
          <pc:docMk/>
          <pc:sldMk cId="3220637738" sldId="262"/>
        </pc:sldMkLst>
      </pc:sldChg>
      <pc:sldChg chg="addSp delSp modSp add mod">
        <pc:chgData name="Florian Gabet" userId="8b64ca76be44a45a" providerId="LiveId" clId="{35FF7813-6B0B-4C34-949F-15A6761EFA85}" dt="2022-04-19T12:51:20.823" v="626" actId="1076"/>
        <pc:sldMkLst>
          <pc:docMk/>
          <pc:sldMk cId="633971956" sldId="263"/>
        </pc:sldMkLst>
        <pc:spChg chg="mod">
          <ac:chgData name="Florian Gabet" userId="8b64ca76be44a45a" providerId="LiveId" clId="{35FF7813-6B0B-4C34-949F-15A6761EFA85}" dt="2022-04-19T12:51:20.823" v="626" actId="1076"/>
          <ac:spMkLst>
            <pc:docMk/>
            <pc:sldMk cId="633971956" sldId="263"/>
            <ac:spMk id="5" creationId="{5DC85E21-D851-4745-A2B2-17742D505392}"/>
          </ac:spMkLst>
        </pc:spChg>
        <pc:spChg chg="add mod">
          <ac:chgData name="Florian Gabet" userId="8b64ca76be44a45a" providerId="LiveId" clId="{35FF7813-6B0B-4C34-949F-15A6761EFA85}" dt="2022-04-19T12:49:32.304" v="555" actId="14100"/>
          <ac:spMkLst>
            <pc:docMk/>
            <pc:sldMk cId="633971956" sldId="263"/>
            <ac:spMk id="16" creationId="{3FC28391-BEBD-4FA6-B5F0-8AE74387D8AA}"/>
          </ac:spMkLst>
        </pc:spChg>
        <pc:spChg chg="add mod">
          <ac:chgData name="Florian Gabet" userId="8b64ca76be44a45a" providerId="LiveId" clId="{35FF7813-6B0B-4C34-949F-15A6761EFA85}" dt="2022-04-19T12:49:12.319" v="552"/>
          <ac:spMkLst>
            <pc:docMk/>
            <pc:sldMk cId="633971956" sldId="263"/>
            <ac:spMk id="17" creationId="{9E9F68A2-38D6-4F56-8372-03C0A998B945}"/>
          </ac:spMkLst>
        </pc:spChg>
        <pc:spChg chg="add mod">
          <ac:chgData name="Florian Gabet" userId="8b64ca76be44a45a" providerId="LiveId" clId="{35FF7813-6B0B-4C34-949F-15A6761EFA85}" dt="2022-04-19T12:49:12.319" v="552"/>
          <ac:spMkLst>
            <pc:docMk/>
            <pc:sldMk cId="633971956" sldId="263"/>
            <ac:spMk id="18" creationId="{B08110C9-2F01-4FB0-9AFA-4A8311CB5644}"/>
          </ac:spMkLst>
        </pc:spChg>
        <pc:spChg chg="add mod">
          <ac:chgData name="Florian Gabet" userId="8b64ca76be44a45a" providerId="LiveId" clId="{35FF7813-6B0B-4C34-949F-15A6761EFA85}" dt="2022-04-19T12:49:12.319" v="552"/>
          <ac:spMkLst>
            <pc:docMk/>
            <pc:sldMk cId="633971956" sldId="263"/>
            <ac:spMk id="19" creationId="{F66C0F42-1C41-46C0-82A1-0AAE4D487A9D}"/>
          </ac:spMkLst>
        </pc:spChg>
        <pc:spChg chg="del">
          <ac:chgData name="Florian Gabet" userId="8b64ca76be44a45a" providerId="LiveId" clId="{35FF7813-6B0B-4C34-949F-15A6761EFA85}" dt="2022-04-19T12:48:04.191" v="542" actId="478"/>
          <ac:spMkLst>
            <pc:docMk/>
            <pc:sldMk cId="633971956" sldId="263"/>
            <ac:spMk id="38" creationId="{62889FB6-BBA2-4F83-83FE-4049F8C5B7C9}"/>
          </ac:spMkLst>
        </pc:spChg>
        <pc:picChg chg="del">
          <ac:chgData name="Florian Gabet" userId="8b64ca76be44a45a" providerId="LiveId" clId="{35FF7813-6B0B-4C34-949F-15A6761EFA85}" dt="2022-04-19T12:48:04.924" v="543" actId="478"/>
          <ac:picMkLst>
            <pc:docMk/>
            <pc:sldMk cId="633971956" sldId="263"/>
            <ac:picMk id="3" creationId="{BD866536-3E32-4C07-A361-4F9C704AFC62}"/>
          </ac:picMkLst>
        </pc:picChg>
        <pc:picChg chg="add del mod">
          <ac:chgData name="Florian Gabet" userId="8b64ca76be44a45a" providerId="LiveId" clId="{35FF7813-6B0B-4C34-949F-15A6761EFA85}" dt="2022-04-19T12:49:10.247" v="551" actId="478"/>
          <ac:picMkLst>
            <pc:docMk/>
            <pc:sldMk cId="633971956" sldId="263"/>
            <ac:picMk id="4" creationId="{B102758F-B91E-49CD-BB92-6819EA829959}"/>
          </ac:picMkLst>
        </pc:picChg>
        <pc:picChg chg="add mod">
          <ac:chgData name="Florian Gabet" userId="8b64ca76be44a45a" providerId="LiveId" clId="{35FF7813-6B0B-4C34-949F-15A6761EFA85}" dt="2022-04-19T12:49:37.588" v="557" actId="1076"/>
          <ac:picMkLst>
            <pc:docMk/>
            <pc:sldMk cId="633971956" sldId="263"/>
            <ac:picMk id="15" creationId="{50215E21-ED07-4E20-B08C-5D700C85FAE9}"/>
          </ac:picMkLst>
        </pc:picChg>
        <pc:cxnChg chg="add mod">
          <ac:chgData name="Florian Gabet" userId="8b64ca76be44a45a" providerId="LiveId" clId="{35FF7813-6B0B-4C34-949F-15A6761EFA85}" dt="2022-04-19T12:49:41.547" v="558" actId="14100"/>
          <ac:cxnSpMkLst>
            <pc:docMk/>
            <pc:sldMk cId="633971956" sldId="263"/>
            <ac:cxnSpMk id="20" creationId="{F9A4720B-7F12-4583-92EF-3808709F3681}"/>
          </ac:cxnSpMkLst>
        </pc:cxnChg>
        <pc:cxnChg chg="add mod">
          <ac:chgData name="Florian Gabet" userId="8b64ca76be44a45a" providerId="LiveId" clId="{35FF7813-6B0B-4C34-949F-15A6761EFA85}" dt="2022-04-19T12:49:43.782" v="559" actId="14100"/>
          <ac:cxnSpMkLst>
            <pc:docMk/>
            <pc:sldMk cId="633971956" sldId="263"/>
            <ac:cxnSpMk id="21" creationId="{C44876F1-3A36-43B0-AEDE-C2908A9FAFE1}"/>
          </ac:cxnSpMkLst>
        </pc:cxnChg>
        <pc:cxnChg chg="add mod">
          <ac:chgData name="Florian Gabet" userId="8b64ca76be44a45a" providerId="LiveId" clId="{35FF7813-6B0B-4C34-949F-15A6761EFA85}" dt="2022-04-19T12:49:12.319" v="552"/>
          <ac:cxnSpMkLst>
            <pc:docMk/>
            <pc:sldMk cId="633971956" sldId="263"/>
            <ac:cxnSpMk id="22" creationId="{C31280C5-81CB-4327-85BD-22D884372436}"/>
          </ac:cxnSpMkLst>
        </pc:cxnChg>
        <pc:cxnChg chg="add mod">
          <ac:chgData name="Florian Gabet" userId="8b64ca76be44a45a" providerId="LiveId" clId="{35FF7813-6B0B-4C34-949F-15A6761EFA85}" dt="2022-04-19T12:49:46.813" v="560" actId="14100"/>
          <ac:cxnSpMkLst>
            <pc:docMk/>
            <pc:sldMk cId="633971956" sldId="263"/>
            <ac:cxnSpMk id="23" creationId="{973A9126-DD11-4D6F-8EFB-E9A7645A0EFB}"/>
          </ac:cxnSpMkLst>
        </pc:cxnChg>
      </pc:sldChg>
      <pc:sldChg chg="addSp delSp modSp add mod">
        <pc:chgData name="Florian Gabet" userId="8b64ca76be44a45a" providerId="LiveId" clId="{35FF7813-6B0B-4C34-949F-15A6761EFA85}" dt="2022-04-19T12:54:15.194" v="697" actId="122"/>
        <pc:sldMkLst>
          <pc:docMk/>
          <pc:sldMk cId="2055642513" sldId="264"/>
        </pc:sldMkLst>
        <pc:spChg chg="mod">
          <ac:chgData name="Florian Gabet" userId="8b64ca76be44a45a" providerId="LiveId" clId="{35FF7813-6B0B-4C34-949F-15A6761EFA85}" dt="2022-04-19T12:53:12.539" v="685" actId="20577"/>
          <ac:spMkLst>
            <pc:docMk/>
            <pc:sldMk cId="2055642513" sldId="264"/>
            <ac:spMk id="5" creationId="{5DC85E21-D851-4745-A2B2-17742D505392}"/>
          </ac:spMkLst>
        </pc:spChg>
        <pc:spChg chg="mod">
          <ac:chgData name="Florian Gabet" userId="8b64ca76be44a45a" providerId="LiveId" clId="{35FF7813-6B0B-4C34-949F-15A6761EFA85}" dt="2022-04-19T12:54:15.194" v="697" actId="122"/>
          <ac:spMkLst>
            <pc:docMk/>
            <pc:sldMk cId="2055642513" sldId="264"/>
            <ac:spMk id="16" creationId="{3FC28391-BEBD-4FA6-B5F0-8AE74387D8AA}"/>
          </ac:spMkLst>
        </pc:spChg>
        <pc:spChg chg="del">
          <ac:chgData name="Florian Gabet" userId="8b64ca76be44a45a" providerId="LiveId" clId="{35FF7813-6B0B-4C34-949F-15A6761EFA85}" dt="2022-04-19T12:52:53.305" v="654" actId="478"/>
          <ac:spMkLst>
            <pc:docMk/>
            <pc:sldMk cId="2055642513" sldId="264"/>
            <ac:spMk id="17" creationId="{9E9F68A2-38D6-4F56-8372-03C0A998B945}"/>
          </ac:spMkLst>
        </pc:spChg>
        <pc:spChg chg="del">
          <ac:chgData name="Florian Gabet" userId="8b64ca76be44a45a" providerId="LiveId" clId="{35FF7813-6B0B-4C34-949F-15A6761EFA85}" dt="2022-04-19T12:52:54.546" v="656" actId="478"/>
          <ac:spMkLst>
            <pc:docMk/>
            <pc:sldMk cId="2055642513" sldId="264"/>
            <ac:spMk id="18" creationId="{B08110C9-2F01-4FB0-9AFA-4A8311CB5644}"/>
          </ac:spMkLst>
        </pc:spChg>
        <pc:spChg chg="del">
          <ac:chgData name="Florian Gabet" userId="8b64ca76be44a45a" providerId="LiveId" clId="{35FF7813-6B0B-4C34-949F-15A6761EFA85}" dt="2022-04-19T12:52:53.991" v="655" actId="478"/>
          <ac:spMkLst>
            <pc:docMk/>
            <pc:sldMk cId="2055642513" sldId="264"/>
            <ac:spMk id="19" creationId="{F66C0F42-1C41-46C0-82A1-0AAE4D487A9D}"/>
          </ac:spMkLst>
        </pc:spChg>
        <pc:picChg chg="del">
          <ac:chgData name="Florian Gabet" userId="8b64ca76be44a45a" providerId="LiveId" clId="{35FF7813-6B0B-4C34-949F-15A6761EFA85}" dt="2022-04-19T12:52:50.634" v="652" actId="478"/>
          <ac:picMkLst>
            <pc:docMk/>
            <pc:sldMk cId="2055642513" sldId="264"/>
            <ac:picMk id="15" creationId="{50215E21-ED07-4E20-B08C-5D700C85FAE9}"/>
          </ac:picMkLst>
        </pc:picChg>
        <pc:picChg chg="add mod">
          <ac:chgData name="Florian Gabet" userId="8b64ca76be44a45a" providerId="LiveId" clId="{35FF7813-6B0B-4C34-949F-15A6761EFA85}" dt="2022-04-19T12:53:35.030" v="691" actId="1076"/>
          <ac:picMkLst>
            <pc:docMk/>
            <pc:sldMk cId="2055642513" sldId="264"/>
            <ac:picMk id="24" creationId="{EA7AC35D-CF3F-4C03-B6EE-8405AA05F114}"/>
          </ac:picMkLst>
        </pc:picChg>
        <pc:picChg chg="add mod">
          <ac:chgData name="Florian Gabet" userId="8b64ca76be44a45a" providerId="LiveId" clId="{35FF7813-6B0B-4C34-949F-15A6761EFA85}" dt="2022-04-19T12:53:33.019" v="690" actId="1076"/>
          <ac:picMkLst>
            <pc:docMk/>
            <pc:sldMk cId="2055642513" sldId="264"/>
            <ac:picMk id="25" creationId="{A20736F2-5810-4A42-8239-132965FD3909}"/>
          </ac:picMkLst>
        </pc:picChg>
        <pc:cxnChg chg="del">
          <ac:chgData name="Florian Gabet" userId="8b64ca76be44a45a" providerId="LiveId" clId="{35FF7813-6B0B-4C34-949F-15A6761EFA85}" dt="2022-04-19T12:52:55.855" v="657" actId="478"/>
          <ac:cxnSpMkLst>
            <pc:docMk/>
            <pc:sldMk cId="2055642513" sldId="264"/>
            <ac:cxnSpMk id="20" creationId="{F9A4720B-7F12-4583-92EF-3808709F3681}"/>
          </ac:cxnSpMkLst>
        </pc:cxnChg>
        <pc:cxnChg chg="del">
          <ac:chgData name="Florian Gabet" userId="8b64ca76be44a45a" providerId="LiveId" clId="{35FF7813-6B0B-4C34-949F-15A6761EFA85}" dt="2022-04-19T12:52:57.283" v="658" actId="478"/>
          <ac:cxnSpMkLst>
            <pc:docMk/>
            <pc:sldMk cId="2055642513" sldId="264"/>
            <ac:cxnSpMk id="21" creationId="{C44876F1-3A36-43B0-AEDE-C2908A9FAFE1}"/>
          </ac:cxnSpMkLst>
        </pc:cxnChg>
        <pc:cxnChg chg="del">
          <ac:chgData name="Florian Gabet" userId="8b64ca76be44a45a" providerId="LiveId" clId="{35FF7813-6B0B-4C34-949F-15A6761EFA85}" dt="2022-04-19T12:52:57.857" v="659" actId="478"/>
          <ac:cxnSpMkLst>
            <pc:docMk/>
            <pc:sldMk cId="2055642513" sldId="264"/>
            <ac:cxnSpMk id="22" creationId="{C31280C5-81CB-4327-85BD-22D884372436}"/>
          </ac:cxnSpMkLst>
        </pc:cxnChg>
        <pc:cxnChg chg="del">
          <ac:chgData name="Florian Gabet" userId="8b64ca76be44a45a" providerId="LiveId" clId="{35FF7813-6B0B-4C34-949F-15A6761EFA85}" dt="2022-04-19T12:52:58.891" v="660" actId="478"/>
          <ac:cxnSpMkLst>
            <pc:docMk/>
            <pc:sldMk cId="2055642513" sldId="264"/>
            <ac:cxnSpMk id="23" creationId="{973A9126-DD11-4D6F-8EFB-E9A7645A0EF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492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203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9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00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61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72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6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05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05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168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263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6561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918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579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104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770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49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02A2B2F-391B-4B6B-B0EF-22C8A3E9D687}" type="datetimeFigureOut">
              <a:rPr lang="fr-FR" smtClean="0"/>
              <a:t>19/04/2022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F328BC4-A93D-4110-80AE-C8D51698E4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5272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DF20AC-6C90-4EAD-BBAC-F529D3F9F7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u="sng" dirty="0"/>
              <a:t>Capteur de COURANT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25D0543-371C-441C-A84F-F2DB8BB0631E}"/>
              </a:ext>
            </a:extLst>
          </p:cNvPr>
          <p:cNvSpPr txBox="1"/>
          <p:nvPr/>
        </p:nvSpPr>
        <p:spPr>
          <a:xfrm>
            <a:off x="10492496" y="6488668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GABET Florian</a:t>
            </a:r>
          </a:p>
        </p:txBody>
      </p:sp>
    </p:spTree>
    <p:extLst>
      <p:ext uri="{BB962C8B-B14F-4D97-AF65-F5344CB8AC3E}">
        <p14:creationId xmlns:p14="http://schemas.microsoft.com/office/powerpoint/2010/main" val="91299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5010685" y="434722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Étude du capteur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AB40E82-6C1E-4F06-9339-C087C4409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93" y="1763004"/>
            <a:ext cx="39786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Avec la formule donnée ci-dessous qui est fourni par les constructeurs on obtenait des valeurs totalement fausses.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3" name="Image 28">
            <a:extLst>
              <a:ext uri="{FF2B5EF4-FFF2-40B4-BE49-F238E27FC236}">
                <a16:creationId xmlns:a16="http://schemas.microsoft.com/office/drawing/2014/main" id="{CDC55FB3-9F34-46F4-BA28-D31654603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04" y="3207231"/>
            <a:ext cx="4562102" cy="105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FC62E61F-A8E3-4FB8-8C14-30D404072D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5" r="46773"/>
          <a:stretch/>
        </p:blipFill>
        <p:spPr bwMode="auto">
          <a:xfrm rot="5400000">
            <a:off x="7185634" y="248418"/>
            <a:ext cx="2957348" cy="5676728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46647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2889FB6-BBA2-4F83-83FE-4049F8C5B7C9}"/>
              </a:ext>
            </a:extLst>
          </p:cNvPr>
          <p:cNvSpPr txBox="1"/>
          <p:nvPr/>
        </p:nvSpPr>
        <p:spPr>
          <a:xfrm>
            <a:off x="10413514" y="1805090"/>
            <a:ext cx="1616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Serial </a:t>
            </a:r>
            <a:r>
              <a:rPr lang="fr-FR" sz="18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Clock</a:t>
            </a:r>
            <a:endParaRPr lang="fr-FR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Chip select 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FEE87F2A-1C80-4895-9489-34C11FE03E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8" t="39995" r="5179" b="3546"/>
          <a:stretch/>
        </p:blipFill>
        <p:spPr bwMode="auto">
          <a:xfrm>
            <a:off x="403811" y="1468871"/>
            <a:ext cx="4840574" cy="24742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7B018E0A-9C52-4211-88A8-624F0437EC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9" r="16242"/>
          <a:stretch/>
        </p:blipFill>
        <p:spPr bwMode="auto">
          <a:xfrm rot="5400000">
            <a:off x="6056333" y="441655"/>
            <a:ext cx="3513414" cy="47761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40E12A03-548F-4AC2-AE5F-E57E763C4DC4}"/>
              </a:ext>
            </a:extLst>
          </p:cNvPr>
          <p:cNvCxnSpPr>
            <a:cxnSpLocks/>
          </p:cNvCxnSpPr>
          <p:nvPr/>
        </p:nvCxnSpPr>
        <p:spPr>
          <a:xfrm flipV="1">
            <a:off x="4820478" y="2761070"/>
            <a:ext cx="2359764" cy="144201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ccolade ouvrante 48">
            <a:extLst>
              <a:ext uri="{FF2B5EF4-FFF2-40B4-BE49-F238E27FC236}">
                <a16:creationId xmlns:a16="http://schemas.microsoft.com/office/drawing/2014/main" id="{14F3121E-693B-46CA-96F2-227A31C783AF}"/>
              </a:ext>
            </a:extLst>
          </p:cNvPr>
          <p:cNvSpPr/>
          <p:nvPr/>
        </p:nvSpPr>
        <p:spPr>
          <a:xfrm rot="16200000">
            <a:off x="2548105" y="2417043"/>
            <a:ext cx="485929" cy="3017843"/>
          </a:xfrm>
          <a:prstGeom prst="lef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50" name="Zone de texte 2">
            <a:extLst>
              <a:ext uri="{FF2B5EF4-FFF2-40B4-BE49-F238E27FC236}">
                <a16:creationId xmlns:a16="http://schemas.microsoft.com/office/drawing/2014/main" id="{8AB07CAE-4FA8-4BC4-8D8B-45FF4F8E1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11" y="4207689"/>
            <a:ext cx="5054306" cy="1070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droite on peut voir le signal délivré par le capteur pour une certaine valeur du courant.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effectLst/>
                <a:highlight>
                  <a:srgbClr val="FF00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gauche on voit comment le capteur fonctionne.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D9C046DE-CA12-42B6-9456-89E534AB1578}"/>
              </a:ext>
            </a:extLst>
          </p:cNvPr>
          <p:cNvCxnSpPr>
            <a:cxnSpLocks/>
          </p:cNvCxnSpPr>
          <p:nvPr/>
        </p:nvCxnSpPr>
        <p:spPr>
          <a:xfrm flipH="1">
            <a:off x="9074616" y="2589210"/>
            <a:ext cx="1338898" cy="30639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C86A66DF-D71B-4422-B3B5-2A4D219BF75B}"/>
              </a:ext>
            </a:extLst>
          </p:cNvPr>
          <p:cNvCxnSpPr>
            <a:cxnSpLocks/>
          </p:cNvCxnSpPr>
          <p:nvPr/>
        </p:nvCxnSpPr>
        <p:spPr>
          <a:xfrm flipH="1">
            <a:off x="8299705" y="2077278"/>
            <a:ext cx="2140224" cy="33016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29C596D9-182D-49CF-82E8-6839BDFF0D5E}"/>
              </a:ext>
            </a:extLst>
          </p:cNvPr>
          <p:cNvSpPr txBox="1"/>
          <p:nvPr/>
        </p:nvSpPr>
        <p:spPr>
          <a:xfrm>
            <a:off x="5010685" y="434722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Étude du capteur</a:t>
            </a:r>
          </a:p>
        </p:txBody>
      </p:sp>
    </p:spTree>
    <p:extLst>
      <p:ext uri="{BB962C8B-B14F-4D97-AF65-F5344CB8AC3E}">
        <p14:creationId xmlns:p14="http://schemas.microsoft.com/office/powerpoint/2010/main" val="1586908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007796" y="476655"/>
            <a:ext cx="328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Caractéristique du Capteur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2889FB6-BBA2-4F83-83FE-4049F8C5B7C9}"/>
              </a:ext>
            </a:extLst>
          </p:cNvPr>
          <p:cNvSpPr txBox="1"/>
          <p:nvPr/>
        </p:nvSpPr>
        <p:spPr>
          <a:xfrm>
            <a:off x="446293" y="1332412"/>
            <a:ext cx="10786652" cy="306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capteur génère 12 data bits soit 2</a:t>
            </a:r>
            <a:r>
              <a:rPr lang="fr-FR" sz="1800" baseline="30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4096 valeurs.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réalisant les essais on a remarqué :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 valeur de 2048 pour un courant de 0A.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Une valeur de 9600 pour un courant de 2,57A.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Nous avons réalisé plusieurs mesures afin d’être le plus précis possible.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endParaRPr lang="fr-F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endParaRPr lang="fr-FR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	Nouvelle équation déterminée grâce aux mesures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D866536-3E32-4C07-A361-4F9C704AF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678" y="2894058"/>
            <a:ext cx="4270695" cy="257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56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588644" y="371911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Explication du Code</a:t>
            </a:r>
          </a:p>
        </p:txBody>
      </p:sp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50215E21-ED07-4E20-B08C-5D700C85FA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49"/>
          <a:stretch/>
        </p:blipFill>
        <p:spPr bwMode="auto">
          <a:xfrm>
            <a:off x="4312285" y="1555432"/>
            <a:ext cx="5285105" cy="37471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Zone de texte 2">
            <a:extLst>
              <a:ext uri="{FF2B5EF4-FFF2-40B4-BE49-F238E27FC236}">
                <a16:creationId xmlns:a16="http://schemas.microsoft.com/office/drawing/2014/main" id="{3FC28391-BEBD-4FA6-B5F0-8AE74387D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6" y="1624519"/>
            <a:ext cx="3934460" cy="3511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Ancienne équation donnée par la documentation.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Conversion des données du capteur en bits.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Équation déterminée avec les valeurs relevées.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Écriture du courant sur l’écran LCD.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9F68A2-38D6-4F56-8372-03C0A998B945}"/>
              </a:ext>
            </a:extLst>
          </p:cNvPr>
          <p:cNvSpPr/>
          <p:nvPr/>
        </p:nvSpPr>
        <p:spPr>
          <a:xfrm>
            <a:off x="4533900" y="1799907"/>
            <a:ext cx="2964815" cy="1384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8110C9-2F01-4FB0-9AFA-4A8311CB5644}"/>
              </a:ext>
            </a:extLst>
          </p:cNvPr>
          <p:cNvSpPr/>
          <p:nvPr/>
        </p:nvSpPr>
        <p:spPr>
          <a:xfrm>
            <a:off x="4402455" y="3075622"/>
            <a:ext cx="2770505" cy="89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6C0F42-1C41-46C0-82A1-0AAE4D487A9D}"/>
              </a:ext>
            </a:extLst>
          </p:cNvPr>
          <p:cNvSpPr/>
          <p:nvPr/>
        </p:nvSpPr>
        <p:spPr>
          <a:xfrm>
            <a:off x="4402455" y="2937192"/>
            <a:ext cx="1419860" cy="96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F9A4720B-7F12-4583-92EF-3808709F3681}"/>
              </a:ext>
            </a:extLst>
          </p:cNvPr>
          <p:cNvCxnSpPr>
            <a:cxnSpLocks/>
          </p:cNvCxnSpPr>
          <p:nvPr/>
        </p:nvCxnSpPr>
        <p:spPr>
          <a:xfrm flipV="1">
            <a:off x="3466572" y="1870392"/>
            <a:ext cx="984143" cy="679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C44876F1-3A36-43B0-AEDE-C2908A9FAFE1}"/>
              </a:ext>
            </a:extLst>
          </p:cNvPr>
          <p:cNvCxnSpPr>
            <a:cxnSpLocks/>
          </p:cNvCxnSpPr>
          <p:nvPr/>
        </p:nvCxnSpPr>
        <p:spPr>
          <a:xfrm>
            <a:off x="3938270" y="2937192"/>
            <a:ext cx="422275" cy="79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31280C5-81CB-4327-85BD-22D884372436}"/>
              </a:ext>
            </a:extLst>
          </p:cNvPr>
          <p:cNvCxnSpPr/>
          <p:nvPr/>
        </p:nvCxnSpPr>
        <p:spPr>
          <a:xfrm flipV="1">
            <a:off x="3938270" y="3120707"/>
            <a:ext cx="433705" cy="8064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973A9126-DD11-4D6F-8EFB-E9A7645A0EFB}"/>
              </a:ext>
            </a:extLst>
          </p:cNvPr>
          <p:cNvCxnSpPr>
            <a:cxnSpLocks/>
          </p:cNvCxnSpPr>
          <p:nvPr/>
        </p:nvCxnSpPr>
        <p:spPr>
          <a:xfrm flipV="1">
            <a:off x="3540868" y="3951922"/>
            <a:ext cx="798722" cy="10642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971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8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1ECD48A-A6CE-48F3-8E89-3399C9938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Single Corner Snipped 17">
            <a:extLst>
              <a:ext uri="{FF2B5EF4-FFF2-40B4-BE49-F238E27FC236}">
                <a16:creationId xmlns:a16="http://schemas.microsoft.com/office/drawing/2014/main" id="{0A3F7A1B-3080-4A65-A240-2E1A6EF84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5"/>
            <a:ext cx="12188952" cy="5571071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85E21-D851-4745-A2B2-17742D505392}"/>
              </a:ext>
            </a:extLst>
          </p:cNvPr>
          <p:cNvSpPr txBox="1"/>
          <p:nvPr/>
        </p:nvSpPr>
        <p:spPr>
          <a:xfrm>
            <a:off x="4588644" y="371911"/>
            <a:ext cx="262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Mesures de Puissance</a:t>
            </a:r>
          </a:p>
        </p:txBody>
      </p:sp>
      <p:sp>
        <p:nvSpPr>
          <p:cNvPr id="16" name="Zone de texte 2">
            <a:extLst>
              <a:ext uri="{FF2B5EF4-FFF2-40B4-BE49-F238E27FC236}">
                <a16:creationId xmlns:a16="http://schemas.microsoft.com/office/drawing/2014/main" id="{3FC28391-BEBD-4FA6-B5F0-8AE74387D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454" y="4281755"/>
            <a:ext cx="7710043" cy="3423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Maintenant que nous savons mesurer un courant et une tension à l’aide de la carte Arduino nous avons tracer la caractéristique du panneau solaire pour voir si nos calculs était cohérant avec la théorie.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fr-FR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A7AC35D-CF3F-4C03-B6EE-8405AA05F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664" y="1433855"/>
            <a:ext cx="4913933" cy="269456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A20736F2-5810-4A42-8239-132965FD3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15" y="1618759"/>
            <a:ext cx="3337202" cy="225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42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6"/>
    </mc:Choice>
    <mc:Fallback>
      <p:transition spd="slow" advTm="1266"/>
    </mc:Fallback>
  </mc:AlternateContent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</TotalTime>
  <Words>201</Words>
  <Application>Microsoft Office PowerPoint</Application>
  <PresentationFormat>Grand écran</PresentationFormat>
  <Paragraphs>31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Calibri</vt:lpstr>
      <vt:lpstr>Century Gothic</vt:lpstr>
      <vt:lpstr>Wingdings 3</vt:lpstr>
      <vt:lpstr>Secteur</vt:lpstr>
      <vt:lpstr>Capteur de COURANT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Capteur de COURANT</dc:title>
  <dc:creator>Florian Gabet</dc:creator>
  <cp:lastModifiedBy>Florian Gabet</cp:lastModifiedBy>
  <cp:revision>1</cp:revision>
  <dcterms:created xsi:type="dcterms:W3CDTF">2022-04-19T12:28:38Z</dcterms:created>
  <dcterms:modified xsi:type="dcterms:W3CDTF">2022-04-19T12:54:23Z</dcterms:modified>
</cp:coreProperties>
</file>