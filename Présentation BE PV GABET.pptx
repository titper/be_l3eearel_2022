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57" r:id="rId11"/>
    <p:sldId id="261" r:id="rId12"/>
    <p:sldId id="263" r:id="rId13"/>
    <p:sldId id="264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8D70C9-93E1-4874-85EF-323B469BB69B}" v="79" dt="2022-05-16T14:25:13.7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Gabet" userId="8b64ca76be44a45a" providerId="LiveId" clId="{CF8D70C9-93E1-4874-85EF-323B469BB69B}"/>
    <pc:docChg chg="undo custSel addSld delSld modSld sldOrd">
      <pc:chgData name="Florian Gabet" userId="8b64ca76be44a45a" providerId="LiveId" clId="{CF8D70C9-93E1-4874-85EF-323B469BB69B}" dt="2022-05-16T14:27:18.805" v="2139" actId="1076"/>
      <pc:docMkLst>
        <pc:docMk/>
      </pc:docMkLst>
      <pc:sldChg chg="modSp mod">
        <pc:chgData name="Florian Gabet" userId="8b64ca76be44a45a" providerId="LiveId" clId="{CF8D70C9-93E1-4874-85EF-323B469BB69B}" dt="2022-05-16T13:19:10.459" v="104" actId="1035"/>
        <pc:sldMkLst>
          <pc:docMk/>
          <pc:sldMk cId="912998830" sldId="256"/>
        </pc:sldMkLst>
        <pc:spChg chg="mod">
          <ac:chgData name="Florian Gabet" userId="8b64ca76be44a45a" providerId="LiveId" clId="{CF8D70C9-93E1-4874-85EF-323B469BB69B}" dt="2022-05-16T13:18:44.839" v="45" actId="20577"/>
          <ac:spMkLst>
            <pc:docMk/>
            <pc:sldMk cId="912998830" sldId="256"/>
            <ac:spMk id="2" creationId="{C4DF20AC-6C90-4EAD-BBAC-F529D3F9F714}"/>
          </ac:spMkLst>
        </pc:spChg>
        <pc:spChg chg="mod">
          <ac:chgData name="Florian Gabet" userId="8b64ca76be44a45a" providerId="LiveId" clId="{CF8D70C9-93E1-4874-85EF-323B469BB69B}" dt="2022-05-16T13:19:10.459" v="104" actId="1035"/>
          <ac:spMkLst>
            <pc:docMk/>
            <pc:sldMk cId="912998830" sldId="256"/>
            <ac:spMk id="4" creationId="{225D0543-371C-441C-A84F-F2DB8BB0631E}"/>
          </ac:spMkLst>
        </pc:spChg>
      </pc:sldChg>
      <pc:sldChg chg="addSp modSp mod">
        <pc:chgData name="Florian Gabet" userId="8b64ca76be44a45a" providerId="LiveId" clId="{CF8D70C9-93E1-4874-85EF-323B469BB69B}" dt="2022-05-16T14:23:01.597" v="1847" actId="13926"/>
        <pc:sldMkLst>
          <pc:docMk/>
          <pc:sldMk cId="1586908697" sldId="257"/>
        </pc:sldMkLst>
        <pc:spChg chg="add mod">
          <ac:chgData name="Florian Gabet" userId="8b64ca76be44a45a" providerId="LiveId" clId="{CF8D70C9-93E1-4874-85EF-323B469BB69B}" dt="2022-05-16T14:21:53.528" v="1799" actId="1076"/>
          <ac:spMkLst>
            <pc:docMk/>
            <pc:sldMk cId="1586908697" sldId="257"/>
            <ac:spMk id="2" creationId="{BE12039B-AADD-890A-245E-209540C6209F}"/>
          </ac:spMkLst>
        </pc:spChg>
        <pc:spChg chg="mod">
          <ac:chgData name="Florian Gabet" userId="8b64ca76be44a45a" providerId="LiveId" clId="{CF8D70C9-93E1-4874-85EF-323B469BB69B}" dt="2022-05-16T14:23:01.597" v="1847" actId="13926"/>
          <ac:spMkLst>
            <pc:docMk/>
            <pc:sldMk cId="1586908697" sldId="257"/>
            <ac:spMk id="38" creationId="{62889FB6-BBA2-4F83-83FE-4049F8C5B7C9}"/>
          </ac:spMkLst>
        </pc:spChg>
        <pc:picChg chg="mod">
          <ac:chgData name="Florian Gabet" userId="8b64ca76be44a45a" providerId="LiveId" clId="{CF8D70C9-93E1-4874-85EF-323B469BB69B}" dt="2022-05-16T14:22:00.183" v="1801" actId="1038"/>
          <ac:picMkLst>
            <pc:docMk/>
            <pc:sldMk cId="1586908697" sldId="257"/>
            <ac:picMk id="46" creationId="{FEE87F2A-1C80-4895-9489-34C11FE03EF6}"/>
          </ac:picMkLst>
        </pc:picChg>
        <pc:picChg chg="mod">
          <ac:chgData name="Florian Gabet" userId="8b64ca76be44a45a" providerId="LiveId" clId="{CF8D70C9-93E1-4874-85EF-323B469BB69B}" dt="2022-05-16T14:22:21.724" v="1840" actId="1076"/>
          <ac:picMkLst>
            <pc:docMk/>
            <pc:sldMk cId="1586908697" sldId="257"/>
            <ac:picMk id="47" creationId="{7B018E0A-9C52-4211-88A8-624F0437ECB2}"/>
          </ac:picMkLst>
        </pc:picChg>
        <pc:cxnChg chg="mod">
          <ac:chgData name="Florian Gabet" userId="8b64ca76be44a45a" providerId="LiveId" clId="{CF8D70C9-93E1-4874-85EF-323B469BB69B}" dt="2022-05-16T14:22:38.021" v="1845" actId="14100"/>
          <ac:cxnSpMkLst>
            <pc:docMk/>
            <pc:sldMk cId="1586908697" sldId="257"/>
            <ac:cxnSpMk id="35" creationId="{D9C046DE-CA12-42B6-9456-89E534AB1578}"/>
          </ac:cxnSpMkLst>
        </pc:cxnChg>
        <pc:cxnChg chg="mod">
          <ac:chgData name="Florian Gabet" userId="8b64ca76be44a45a" providerId="LiveId" clId="{CF8D70C9-93E1-4874-85EF-323B469BB69B}" dt="2022-05-16T14:22:30.978" v="1843" actId="14100"/>
          <ac:cxnSpMkLst>
            <pc:docMk/>
            <pc:sldMk cId="1586908697" sldId="257"/>
            <ac:cxnSpMk id="36" creationId="{C86A66DF-D71B-4422-B3B5-2A4D219BF75B}"/>
          </ac:cxnSpMkLst>
        </pc:cxnChg>
        <pc:cxnChg chg="mod">
          <ac:chgData name="Florian Gabet" userId="8b64ca76be44a45a" providerId="LiveId" clId="{CF8D70C9-93E1-4874-85EF-323B469BB69B}" dt="2022-05-16T14:22:23.968" v="1841" actId="14100"/>
          <ac:cxnSpMkLst>
            <pc:docMk/>
            <pc:sldMk cId="1586908697" sldId="257"/>
            <ac:cxnSpMk id="48" creationId="{40E12A03-548F-4AC2-AE5F-E57E763C4DC4}"/>
          </ac:cxnSpMkLst>
        </pc:cxnChg>
      </pc:sldChg>
      <pc:sldChg chg="del">
        <pc:chgData name="Florian Gabet" userId="8b64ca76be44a45a" providerId="LiveId" clId="{CF8D70C9-93E1-4874-85EF-323B469BB69B}" dt="2022-05-16T13:35:40.328" v="233" actId="47"/>
        <pc:sldMkLst>
          <pc:docMk/>
          <pc:sldMk cId="2746647710" sldId="260"/>
        </pc:sldMkLst>
      </pc:sldChg>
      <pc:sldChg chg="modSp mod">
        <pc:chgData name="Florian Gabet" userId="8b64ca76be44a45a" providerId="LiveId" clId="{CF8D70C9-93E1-4874-85EF-323B469BB69B}" dt="2022-05-16T14:17:35.042" v="1649" actId="1076"/>
        <pc:sldMkLst>
          <pc:docMk/>
          <pc:sldMk cId="1299156118" sldId="261"/>
        </pc:sldMkLst>
        <pc:spChg chg="mod">
          <ac:chgData name="Florian Gabet" userId="8b64ca76be44a45a" providerId="LiveId" clId="{CF8D70C9-93E1-4874-85EF-323B469BB69B}" dt="2022-05-16T14:17:35.042" v="1649" actId="1076"/>
          <ac:spMkLst>
            <pc:docMk/>
            <pc:sldMk cId="1299156118" sldId="261"/>
            <ac:spMk id="5" creationId="{5DC85E21-D851-4745-A2B2-17742D505392}"/>
          </ac:spMkLst>
        </pc:spChg>
      </pc:sldChg>
      <pc:sldChg chg="modSp mod">
        <pc:chgData name="Florian Gabet" userId="8b64ca76be44a45a" providerId="LiveId" clId="{CF8D70C9-93E1-4874-85EF-323B469BB69B}" dt="2022-05-16T14:17:42.455" v="1650" actId="1076"/>
        <pc:sldMkLst>
          <pc:docMk/>
          <pc:sldMk cId="2055642513" sldId="264"/>
        </pc:sldMkLst>
        <pc:spChg chg="mod">
          <ac:chgData name="Florian Gabet" userId="8b64ca76be44a45a" providerId="LiveId" clId="{CF8D70C9-93E1-4874-85EF-323B469BB69B}" dt="2022-05-16T14:17:42.455" v="1650" actId="1076"/>
          <ac:spMkLst>
            <pc:docMk/>
            <pc:sldMk cId="2055642513" sldId="264"/>
            <ac:spMk id="5" creationId="{5DC85E21-D851-4745-A2B2-17742D505392}"/>
          </ac:spMkLst>
        </pc:spChg>
      </pc:sldChg>
      <pc:sldChg chg="new del">
        <pc:chgData name="Florian Gabet" userId="8b64ca76be44a45a" providerId="LiveId" clId="{CF8D70C9-93E1-4874-85EF-323B469BB69B}" dt="2022-05-16T13:19:27.580" v="106" actId="47"/>
        <pc:sldMkLst>
          <pc:docMk/>
          <pc:sldMk cId="1322147944" sldId="265"/>
        </pc:sldMkLst>
      </pc:sldChg>
      <pc:sldChg chg="add del">
        <pc:chgData name="Florian Gabet" userId="8b64ca76be44a45a" providerId="LiveId" clId="{CF8D70C9-93E1-4874-85EF-323B469BB69B}" dt="2022-05-16T14:20:56.765" v="1790" actId="47"/>
        <pc:sldMkLst>
          <pc:docMk/>
          <pc:sldMk cId="3398184819" sldId="265"/>
        </pc:sldMkLst>
      </pc:sldChg>
      <pc:sldChg chg="delSp add del setBg delDesignElem">
        <pc:chgData name="Florian Gabet" userId="8b64ca76be44a45a" providerId="LiveId" clId="{CF8D70C9-93E1-4874-85EF-323B469BB69B}" dt="2022-05-16T13:19:43.257" v="121" actId="2696"/>
        <pc:sldMkLst>
          <pc:docMk/>
          <pc:sldMk cId="3905492499" sldId="265"/>
        </pc:sldMkLst>
        <pc:spChg chg="del">
          <ac:chgData name="Florian Gabet" userId="8b64ca76be44a45a" providerId="LiveId" clId="{CF8D70C9-93E1-4874-85EF-323B469BB69B}" dt="2022-05-16T13:19:35.812" v="120"/>
          <ac:spMkLst>
            <pc:docMk/>
            <pc:sldMk cId="3905492499" sldId="265"/>
            <ac:spMk id="28" creationId="{B1ECD48A-A6CE-48F3-8E89-3399C99382F1}"/>
          </ac:spMkLst>
        </pc:spChg>
        <pc:spChg chg="del">
          <ac:chgData name="Florian Gabet" userId="8b64ca76be44a45a" providerId="LiveId" clId="{CF8D70C9-93E1-4874-85EF-323B469BB69B}" dt="2022-05-16T13:19:35.812" v="120"/>
          <ac:spMkLst>
            <pc:docMk/>
            <pc:sldMk cId="3905492499" sldId="265"/>
            <ac:spMk id="29" creationId="{0A3F7A1B-3080-4A65-A240-2E1A6EF84567}"/>
          </ac:spMkLst>
        </pc:spChg>
        <pc:grpChg chg="del">
          <ac:chgData name="Florian Gabet" userId="8b64ca76be44a45a" providerId="LiveId" clId="{CF8D70C9-93E1-4874-85EF-323B469BB69B}" dt="2022-05-16T13:19:35.812" v="120"/>
          <ac:grpSpMkLst>
            <pc:docMk/>
            <pc:sldMk cId="3905492499" sldId="265"/>
            <ac:grpSpMk id="27" creationId="{2103B461-323C-4912-BFFD-C37582662085}"/>
          </ac:grpSpMkLst>
        </pc:grpChg>
      </pc:sldChg>
      <pc:sldChg chg="addSp delSp add del setBg delDesignElem">
        <pc:chgData name="Florian Gabet" userId="8b64ca76be44a45a" providerId="LiveId" clId="{CF8D70C9-93E1-4874-85EF-323B469BB69B}" dt="2022-05-16T13:19:32.029" v="118"/>
        <pc:sldMkLst>
          <pc:docMk/>
          <pc:sldMk cId="4012021997" sldId="265"/>
        </pc:sldMkLst>
        <pc:spChg chg="add del">
          <ac:chgData name="Florian Gabet" userId="8b64ca76be44a45a" providerId="LiveId" clId="{CF8D70C9-93E1-4874-85EF-323B469BB69B}" dt="2022-05-16T13:19:32.029" v="118"/>
          <ac:spMkLst>
            <pc:docMk/>
            <pc:sldMk cId="4012021997" sldId="265"/>
            <ac:spMk id="28" creationId="{B1ECD48A-A6CE-48F3-8E89-3399C99382F1}"/>
          </ac:spMkLst>
        </pc:spChg>
        <pc:spChg chg="add del">
          <ac:chgData name="Florian Gabet" userId="8b64ca76be44a45a" providerId="LiveId" clId="{CF8D70C9-93E1-4874-85EF-323B469BB69B}" dt="2022-05-16T13:19:32.029" v="118"/>
          <ac:spMkLst>
            <pc:docMk/>
            <pc:sldMk cId="4012021997" sldId="265"/>
            <ac:spMk id="29" creationId="{0A3F7A1B-3080-4A65-A240-2E1A6EF84567}"/>
          </ac:spMkLst>
        </pc:spChg>
        <pc:grpChg chg="add del">
          <ac:chgData name="Florian Gabet" userId="8b64ca76be44a45a" providerId="LiveId" clId="{CF8D70C9-93E1-4874-85EF-323B469BB69B}" dt="2022-05-16T13:19:32.029" v="118"/>
          <ac:grpSpMkLst>
            <pc:docMk/>
            <pc:sldMk cId="4012021997" sldId="265"/>
            <ac:grpSpMk id="27" creationId="{2103B461-323C-4912-BFFD-C37582662085}"/>
          </ac:grpSpMkLst>
        </pc:grpChg>
      </pc:sldChg>
      <pc:sldChg chg="addSp delSp add del setBg delDesignElem">
        <pc:chgData name="Florian Gabet" userId="8b64ca76be44a45a" providerId="LiveId" clId="{CF8D70C9-93E1-4874-85EF-323B469BB69B}" dt="2022-05-16T13:19:31.729" v="117"/>
        <pc:sldMkLst>
          <pc:docMk/>
          <pc:sldMk cId="174087112" sldId="266"/>
        </pc:sldMkLst>
        <pc:spChg chg="add del">
          <ac:chgData name="Florian Gabet" userId="8b64ca76be44a45a" providerId="LiveId" clId="{CF8D70C9-93E1-4874-85EF-323B469BB69B}" dt="2022-05-16T13:19:31.729" v="117"/>
          <ac:spMkLst>
            <pc:docMk/>
            <pc:sldMk cId="174087112" sldId="266"/>
            <ac:spMk id="28" creationId="{B1ECD48A-A6CE-48F3-8E89-3399C99382F1}"/>
          </ac:spMkLst>
        </pc:spChg>
        <pc:spChg chg="add del">
          <ac:chgData name="Florian Gabet" userId="8b64ca76be44a45a" providerId="LiveId" clId="{CF8D70C9-93E1-4874-85EF-323B469BB69B}" dt="2022-05-16T13:19:31.729" v="117"/>
          <ac:spMkLst>
            <pc:docMk/>
            <pc:sldMk cId="174087112" sldId="266"/>
            <ac:spMk id="29" creationId="{0A3F7A1B-3080-4A65-A240-2E1A6EF84567}"/>
          </ac:spMkLst>
        </pc:spChg>
        <pc:grpChg chg="add del">
          <ac:chgData name="Florian Gabet" userId="8b64ca76be44a45a" providerId="LiveId" clId="{CF8D70C9-93E1-4874-85EF-323B469BB69B}" dt="2022-05-16T13:19:31.729" v="117"/>
          <ac:grpSpMkLst>
            <pc:docMk/>
            <pc:sldMk cId="174087112" sldId="266"/>
            <ac:grpSpMk id="27" creationId="{2103B461-323C-4912-BFFD-C37582662085}"/>
          </ac:grpSpMkLst>
        </pc:grpChg>
      </pc:sldChg>
      <pc:sldChg chg="addSp delSp modSp add mod ord">
        <pc:chgData name="Florian Gabet" userId="8b64ca76be44a45a" providerId="LiveId" clId="{CF8D70C9-93E1-4874-85EF-323B469BB69B}" dt="2022-05-16T14:06:38.386" v="1237" actId="14100"/>
        <pc:sldMkLst>
          <pc:docMk/>
          <pc:sldMk cId="3977106775" sldId="266"/>
        </pc:sldMkLst>
        <pc:spChg chg="add del mod">
          <ac:chgData name="Florian Gabet" userId="8b64ca76be44a45a" providerId="LiveId" clId="{CF8D70C9-93E1-4874-85EF-323B469BB69B}" dt="2022-05-16T13:28:22.904" v="165" actId="1076"/>
          <ac:spMkLst>
            <pc:docMk/>
            <pc:sldMk cId="3977106775" sldId="266"/>
            <ac:spMk id="2" creationId="{4AB40E82-6C1E-4F06-9339-C087C4409261}"/>
          </ac:spMkLst>
        </pc:spChg>
        <pc:spChg chg="add mod">
          <ac:chgData name="Florian Gabet" userId="8b64ca76be44a45a" providerId="LiveId" clId="{CF8D70C9-93E1-4874-85EF-323B469BB69B}" dt="2022-05-16T13:29:22.615" v="189" actId="1076"/>
          <ac:spMkLst>
            <pc:docMk/>
            <pc:sldMk cId="3977106775" sldId="266"/>
            <ac:spMk id="3" creationId="{05DFC885-C1CF-B6D6-55AC-142647C63258}"/>
          </ac:spMkLst>
        </pc:spChg>
        <pc:spChg chg="mod">
          <ac:chgData name="Florian Gabet" userId="8b64ca76be44a45a" providerId="LiveId" clId="{CF8D70C9-93E1-4874-85EF-323B469BB69B}" dt="2022-05-16T13:22:45.633" v="145" actId="20577"/>
          <ac:spMkLst>
            <pc:docMk/>
            <pc:sldMk cId="3977106775" sldId="266"/>
            <ac:spMk id="5" creationId="{5DC85E21-D851-4745-A2B2-17742D505392}"/>
          </ac:spMkLst>
        </pc:spChg>
        <pc:picChg chg="del">
          <ac:chgData name="Florian Gabet" userId="8b64ca76be44a45a" providerId="LiveId" clId="{CF8D70C9-93E1-4874-85EF-323B469BB69B}" dt="2022-05-16T13:22:47.451" v="146" actId="478"/>
          <ac:picMkLst>
            <pc:docMk/>
            <pc:sldMk cId="3977106775" sldId="266"/>
            <ac:picMk id="19" creationId="{FC62E61F-A8E3-4FB8-8C14-30D404072D5A}"/>
          </ac:picMkLst>
        </pc:picChg>
        <pc:picChg chg="add mod">
          <ac:chgData name="Florian Gabet" userId="8b64ca76be44a45a" providerId="LiveId" clId="{CF8D70C9-93E1-4874-85EF-323B469BB69B}" dt="2022-05-16T13:35:28.369" v="227" actId="1076"/>
          <ac:picMkLst>
            <pc:docMk/>
            <pc:sldMk cId="3977106775" sldId="266"/>
            <ac:picMk id="1026" creationId="{E22DFFB1-7A5D-F550-AF19-1DC415658154}"/>
          </ac:picMkLst>
        </pc:picChg>
        <pc:picChg chg="add mod">
          <ac:chgData name="Florian Gabet" userId="8b64ca76be44a45a" providerId="LiveId" clId="{CF8D70C9-93E1-4874-85EF-323B469BB69B}" dt="2022-05-16T14:06:38.386" v="1237" actId="14100"/>
          <ac:picMkLst>
            <pc:docMk/>
            <pc:sldMk cId="3977106775" sldId="266"/>
            <ac:picMk id="1028" creationId="{D035A99E-4F1E-C24B-4D8C-7ECBB0DDB69B}"/>
          </ac:picMkLst>
        </pc:picChg>
        <pc:picChg chg="add mod">
          <ac:chgData name="Florian Gabet" userId="8b64ca76be44a45a" providerId="LiveId" clId="{CF8D70C9-93E1-4874-85EF-323B469BB69B}" dt="2022-05-16T13:35:19.882" v="224" actId="1076"/>
          <ac:picMkLst>
            <pc:docMk/>
            <pc:sldMk cId="3977106775" sldId="266"/>
            <ac:picMk id="1030" creationId="{F4AAC879-87B1-B4D7-3582-4D3E8519D26F}"/>
          </ac:picMkLst>
        </pc:picChg>
        <pc:picChg chg="add mod">
          <ac:chgData name="Florian Gabet" userId="8b64ca76be44a45a" providerId="LiveId" clId="{CF8D70C9-93E1-4874-85EF-323B469BB69B}" dt="2022-05-16T13:35:13" v="222" actId="1076"/>
          <ac:picMkLst>
            <pc:docMk/>
            <pc:sldMk cId="3977106775" sldId="266"/>
            <ac:picMk id="1032" creationId="{FB248A9D-F931-60AA-D017-C0BF01D6696E}"/>
          </ac:picMkLst>
        </pc:picChg>
        <pc:picChg chg="add mod">
          <ac:chgData name="Florian Gabet" userId="8b64ca76be44a45a" providerId="LiveId" clId="{CF8D70C9-93E1-4874-85EF-323B469BB69B}" dt="2022-05-16T13:35:15.472" v="223" actId="1076"/>
          <ac:picMkLst>
            <pc:docMk/>
            <pc:sldMk cId="3977106775" sldId="266"/>
            <ac:picMk id="1034" creationId="{08B6642D-0272-0ED3-2BB7-D01E33673FC0}"/>
          </ac:picMkLst>
        </pc:picChg>
        <pc:picChg chg="add mod">
          <ac:chgData name="Florian Gabet" userId="8b64ca76be44a45a" providerId="LiveId" clId="{CF8D70C9-93E1-4874-85EF-323B469BB69B}" dt="2022-05-16T13:35:10.708" v="221" actId="1076"/>
          <ac:picMkLst>
            <pc:docMk/>
            <pc:sldMk cId="3977106775" sldId="266"/>
            <ac:picMk id="1036" creationId="{6A103DD3-EAAB-129A-DFA1-F1F8454E68F2}"/>
          </ac:picMkLst>
        </pc:picChg>
        <pc:picChg chg="add del">
          <ac:chgData name="Florian Gabet" userId="8b64ca76be44a45a" providerId="LiveId" clId="{CF8D70C9-93E1-4874-85EF-323B469BB69B}" dt="2022-05-16T13:23:02.471" v="154" actId="478"/>
          <ac:picMkLst>
            <pc:docMk/>
            <pc:sldMk cId="3977106775" sldId="266"/>
            <ac:picMk id="3073" creationId="{CDC55FB3-9F34-46F4-BA28-D316546039BD}"/>
          </ac:picMkLst>
        </pc:picChg>
      </pc:sldChg>
      <pc:sldChg chg="addSp delSp modSp add mod">
        <pc:chgData name="Florian Gabet" userId="8b64ca76be44a45a" providerId="LiveId" clId="{CF8D70C9-93E1-4874-85EF-323B469BB69B}" dt="2022-05-16T13:37:49.774" v="308" actId="22"/>
        <pc:sldMkLst>
          <pc:docMk/>
          <pc:sldMk cId="3055303788" sldId="267"/>
        </pc:sldMkLst>
        <pc:spChg chg="del mod">
          <ac:chgData name="Florian Gabet" userId="8b64ca76be44a45a" providerId="LiveId" clId="{CF8D70C9-93E1-4874-85EF-323B469BB69B}" dt="2022-05-16T13:36:22.266" v="305"/>
          <ac:spMkLst>
            <pc:docMk/>
            <pc:sldMk cId="3055303788" sldId="267"/>
            <ac:spMk id="2" creationId="{4AB40E82-6C1E-4F06-9339-C087C4409261}"/>
          </ac:spMkLst>
        </pc:spChg>
        <pc:spChg chg="del">
          <ac:chgData name="Florian Gabet" userId="8b64ca76be44a45a" providerId="LiveId" clId="{CF8D70C9-93E1-4874-85EF-323B469BB69B}" dt="2022-05-16T13:37:45.582" v="306" actId="478"/>
          <ac:spMkLst>
            <pc:docMk/>
            <pc:sldMk cId="3055303788" sldId="267"/>
            <ac:spMk id="3" creationId="{05DFC885-C1CF-B6D6-55AC-142647C63258}"/>
          </ac:spMkLst>
        </pc:spChg>
        <pc:spChg chg="mod">
          <ac:chgData name="Florian Gabet" userId="8b64ca76be44a45a" providerId="LiveId" clId="{CF8D70C9-93E1-4874-85EF-323B469BB69B}" dt="2022-05-16T13:36:15.931" v="303" actId="20577"/>
          <ac:spMkLst>
            <pc:docMk/>
            <pc:sldMk cId="3055303788" sldId="267"/>
            <ac:spMk id="5" creationId="{5DC85E21-D851-4745-A2B2-17742D505392}"/>
          </ac:spMkLst>
        </pc:spChg>
        <pc:picChg chg="add">
          <ac:chgData name="Florian Gabet" userId="8b64ca76be44a45a" providerId="LiveId" clId="{CF8D70C9-93E1-4874-85EF-323B469BB69B}" dt="2022-05-16T13:37:49.774" v="308" actId="22"/>
          <ac:picMkLst>
            <pc:docMk/>
            <pc:sldMk cId="3055303788" sldId="267"/>
            <ac:picMk id="6" creationId="{40FDB0F9-A254-DCB6-9CDC-855988F2FEDA}"/>
          </ac:picMkLst>
        </pc:picChg>
        <pc:picChg chg="del">
          <ac:chgData name="Florian Gabet" userId="8b64ca76be44a45a" providerId="LiveId" clId="{CF8D70C9-93E1-4874-85EF-323B469BB69B}" dt="2022-05-16T13:37:49.265" v="307" actId="478"/>
          <ac:picMkLst>
            <pc:docMk/>
            <pc:sldMk cId="3055303788" sldId="267"/>
            <ac:picMk id="1026" creationId="{E22DFFB1-7A5D-F550-AF19-1DC415658154}"/>
          </ac:picMkLst>
        </pc:picChg>
        <pc:picChg chg="del">
          <ac:chgData name="Florian Gabet" userId="8b64ca76be44a45a" providerId="LiveId" clId="{CF8D70C9-93E1-4874-85EF-323B469BB69B}" dt="2022-05-16T13:37:49.265" v="307" actId="478"/>
          <ac:picMkLst>
            <pc:docMk/>
            <pc:sldMk cId="3055303788" sldId="267"/>
            <ac:picMk id="1028" creationId="{D035A99E-4F1E-C24B-4D8C-7ECBB0DDB69B}"/>
          </ac:picMkLst>
        </pc:picChg>
        <pc:picChg chg="del">
          <ac:chgData name="Florian Gabet" userId="8b64ca76be44a45a" providerId="LiveId" clId="{CF8D70C9-93E1-4874-85EF-323B469BB69B}" dt="2022-05-16T13:37:49.265" v="307" actId="478"/>
          <ac:picMkLst>
            <pc:docMk/>
            <pc:sldMk cId="3055303788" sldId="267"/>
            <ac:picMk id="1030" creationId="{F4AAC879-87B1-B4D7-3582-4D3E8519D26F}"/>
          </ac:picMkLst>
        </pc:picChg>
        <pc:picChg chg="del">
          <ac:chgData name="Florian Gabet" userId="8b64ca76be44a45a" providerId="LiveId" clId="{CF8D70C9-93E1-4874-85EF-323B469BB69B}" dt="2022-05-16T13:37:49.265" v="307" actId="478"/>
          <ac:picMkLst>
            <pc:docMk/>
            <pc:sldMk cId="3055303788" sldId="267"/>
            <ac:picMk id="1032" creationId="{FB248A9D-F931-60AA-D017-C0BF01D6696E}"/>
          </ac:picMkLst>
        </pc:picChg>
        <pc:picChg chg="del">
          <ac:chgData name="Florian Gabet" userId="8b64ca76be44a45a" providerId="LiveId" clId="{CF8D70C9-93E1-4874-85EF-323B469BB69B}" dt="2022-05-16T13:37:49.265" v="307" actId="478"/>
          <ac:picMkLst>
            <pc:docMk/>
            <pc:sldMk cId="3055303788" sldId="267"/>
            <ac:picMk id="1034" creationId="{08B6642D-0272-0ED3-2BB7-D01E33673FC0}"/>
          </ac:picMkLst>
        </pc:picChg>
        <pc:picChg chg="del">
          <ac:chgData name="Florian Gabet" userId="8b64ca76be44a45a" providerId="LiveId" clId="{CF8D70C9-93E1-4874-85EF-323B469BB69B}" dt="2022-05-16T13:37:49.265" v="307" actId="478"/>
          <ac:picMkLst>
            <pc:docMk/>
            <pc:sldMk cId="3055303788" sldId="267"/>
            <ac:picMk id="1036" creationId="{6A103DD3-EAAB-129A-DFA1-F1F8454E68F2}"/>
          </ac:picMkLst>
        </pc:picChg>
      </pc:sldChg>
      <pc:sldChg chg="addSp delSp add del setBg delDesignElem">
        <pc:chgData name="Florian Gabet" userId="8b64ca76be44a45a" providerId="LiveId" clId="{CF8D70C9-93E1-4874-85EF-323B469BB69B}" dt="2022-05-16T13:19:31.345" v="116"/>
        <pc:sldMkLst>
          <pc:docMk/>
          <pc:sldMk cId="3550018666" sldId="267"/>
        </pc:sldMkLst>
        <pc:spChg chg="add del">
          <ac:chgData name="Florian Gabet" userId="8b64ca76be44a45a" providerId="LiveId" clId="{CF8D70C9-93E1-4874-85EF-323B469BB69B}" dt="2022-05-16T13:19:31.345" v="116"/>
          <ac:spMkLst>
            <pc:docMk/>
            <pc:sldMk cId="3550018666" sldId="267"/>
            <ac:spMk id="28" creationId="{B1ECD48A-A6CE-48F3-8E89-3399C99382F1}"/>
          </ac:spMkLst>
        </pc:spChg>
        <pc:spChg chg="add del">
          <ac:chgData name="Florian Gabet" userId="8b64ca76be44a45a" providerId="LiveId" clId="{CF8D70C9-93E1-4874-85EF-323B469BB69B}" dt="2022-05-16T13:19:31.345" v="116"/>
          <ac:spMkLst>
            <pc:docMk/>
            <pc:sldMk cId="3550018666" sldId="267"/>
            <ac:spMk id="29" creationId="{0A3F7A1B-3080-4A65-A240-2E1A6EF84567}"/>
          </ac:spMkLst>
        </pc:spChg>
        <pc:grpChg chg="add del">
          <ac:chgData name="Florian Gabet" userId="8b64ca76be44a45a" providerId="LiveId" clId="{CF8D70C9-93E1-4874-85EF-323B469BB69B}" dt="2022-05-16T13:19:31.345" v="116"/>
          <ac:grpSpMkLst>
            <pc:docMk/>
            <pc:sldMk cId="3550018666" sldId="267"/>
            <ac:grpSpMk id="27" creationId="{2103B461-323C-4912-BFFD-C37582662085}"/>
          </ac:grpSpMkLst>
        </pc:grpChg>
      </pc:sldChg>
      <pc:sldChg chg="addSp delSp modSp add mod">
        <pc:chgData name="Florian Gabet" userId="8b64ca76be44a45a" providerId="LiveId" clId="{CF8D70C9-93E1-4874-85EF-323B469BB69B}" dt="2022-05-16T13:40:29.752" v="471" actId="1076"/>
        <pc:sldMkLst>
          <pc:docMk/>
          <pc:sldMk cId="1492503555" sldId="268"/>
        </pc:sldMkLst>
        <pc:spChg chg="mod">
          <ac:chgData name="Florian Gabet" userId="8b64ca76be44a45a" providerId="LiveId" clId="{CF8D70C9-93E1-4874-85EF-323B469BB69B}" dt="2022-05-16T13:39:26.194" v="341" actId="1076"/>
          <ac:spMkLst>
            <pc:docMk/>
            <pc:sldMk cId="1492503555" sldId="268"/>
            <ac:spMk id="5" creationId="{5DC85E21-D851-4745-A2B2-17742D505392}"/>
          </ac:spMkLst>
        </pc:spChg>
        <pc:spChg chg="add mod">
          <ac:chgData name="Florian Gabet" userId="8b64ca76be44a45a" providerId="LiveId" clId="{CF8D70C9-93E1-4874-85EF-323B469BB69B}" dt="2022-05-16T13:40:11.926" v="467" actId="1076"/>
          <ac:spMkLst>
            <pc:docMk/>
            <pc:sldMk cId="1492503555" sldId="268"/>
            <ac:spMk id="15" creationId="{6598C3DF-8238-28C1-8098-A79437DE415C}"/>
          </ac:spMkLst>
        </pc:spChg>
        <pc:picChg chg="add mod">
          <ac:chgData name="Florian Gabet" userId="8b64ca76be44a45a" providerId="LiveId" clId="{CF8D70C9-93E1-4874-85EF-323B469BB69B}" dt="2022-05-16T13:40:29.752" v="471" actId="1076"/>
          <ac:picMkLst>
            <pc:docMk/>
            <pc:sldMk cId="1492503555" sldId="268"/>
            <ac:picMk id="3" creationId="{266F4654-80C4-5AD9-2E38-661BDDA95EE5}"/>
          </ac:picMkLst>
        </pc:picChg>
        <pc:picChg chg="del">
          <ac:chgData name="Florian Gabet" userId="8b64ca76be44a45a" providerId="LiveId" clId="{CF8D70C9-93E1-4874-85EF-323B469BB69B}" dt="2022-05-16T13:39:28.077" v="342" actId="478"/>
          <ac:picMkLst>
            <pc:docMk/>
            <pc:sldMk cId="1492503555" sldId="268"/>
            <ac:picMk id="6" creationId="{40FDB0F9-A254-DCB6-9CDC-855988F2FEDA}"/>
          </ac:picMkLst>
        </pc:picChg>
      </pc:sldChg>
      <pc:sldChg chg="addSp delSp add del setBg delDesignElem">
        <pc:chgData name="Florian Gabet" userId="8b64ca76be44a45a" providerId="LiveId" clId="{CF8D70C9-93E1-4874-85EF-323B469BB69B}" dt="2022-05-16T13:19:31.242" v="115"/>
        <pc:sldMkLst>
          <pc:docMk/>
          <pc:sldMk cId="1720205477" sldId="268"/>
        </pc:sldMkLst>
        <pc:spChg chg="add del">
          <ac:chgData name="Florian Gabet" userId="8b64ca76be44a45a" providerId="LiveId" clId="{CF8D70C9-93E1-4874-85EF-323B469BB69B}" dt="2022-05-16T13:19:31.242" v="115"/>
          <ac:spMkLst>
            <pc:docMk/>
            <pc:sldMk cId="1720205477" sldId="268"/>
            <ac:spMk id="28" creationId="{B1ECD48A-A6CE-48F3-8E89-3399C99382F1}"/>
          </ac:spMkLst>
        </pc:spChg>
        <pc:spChg chg="add del">
          <ac:chgData name="Florian Gabet" userId="8b64ca76be44a45a" providerId="LiveId" clId="{CF8D70C9-93E1-4874-85EF-323B469BB69B}" dt="2022-05-16T13:19:31.242" v="115"/>
          <ac:spMkLst>
            <pc:docMk/>
            <pc:sldMk cId="1720205477" sldId="268"/>
            <ac:spMk id="29" creationId="{0A3F7A1B-3080-4A65-A240-2E1A6EF84567}"/>
          </ac:spMkLst>
        </pc:spChg>
        <pc:grpChg chg="add del">
          <ac:chgData name="Florian Gabet" userId="8b64ca76be44a45a" providerId="LiveId" clId="{CF8D70C9-93E1-4874-85EF-323B469BB69B}" dt="2022-05-16T13:19:31.242" v="115"/>
          <ac:grpSpMkLst>
            <pc:docMk/>
            <pc:sldMk cId="1720205477" sldId="268"/>
            <ac:grpSpMk id="27" creationId="{2103B461-323C-4912-BFFD-C37582662085}"/>
          </ac:grpSpMkLst>
        </pc:grpChg>
      </pc:sldChg>
      <pc:sldChg chg="addSp delSp modSp add mod">
        <pc:chgData name="Florian Gabet" userId="8b64ca76be44a45a" providerId="LiveId" clId="{CF8D70C9-93E1-4874-85EF-323B469BB69B}" dt="2022-05-16T13:49:23.205" v="890" actId="1076"/>
        <pc:sldMkLst>
          <pc:docMk/>
          <pc:sldMk cId="1459606810" sldId="269"/>
        </pc:sldMkLst>
        <pc:spChg chg="mod">
          <ac:chgData name="Florian Gabet" userId="8b64ca76be44a45a" providerId="LiveId" clId="{CF8D70C9-93E1-4874-85EF-323B469BB69B}" dt="2022-05-16T13:41:49.486" v="499" actId="20577"/>
          <ac:spMkLst>
            <pc:docMk/>
            <pc:sldMk cId="1459606810" sldId="269"/>
            <ac:spMk id="5" creationId="{5DC85E21-D851-4745-A2B2-17742D505392}"/>
          </ac:spMkLst>
        </pc:spChg>
        <pc:spChg chg="add mod">
          <ac:chgData name="Florian Gabet" userId="8b64ca76be44a45a" providerId="LiveId" clId="{CF8D70C9-93E1-4874-85EF-323B469BB69B}" dt="2022-05-16T13:49:23.205" v="890" actId="1076"/>
          <ac:spMkLst>
            <pc:docMk/>
            <pc:sldMk cId="1459606810" sldId="269"/>
            <ac:spMk id="8" creationId="{B08F9636-67C4-A3B0-6385-A15756F64C9B}"/>
          </ac:spMkLst>
        </pc:spChg>
        <pc:spChg chg="mod">
          <ac:chgData name="Florian Gabet" userId="8b64ca76be44a45a" providerId="LiveId" clId="{CF8D70C9-93E1-4874-85EF-323B469BB69B}" dt="2022-05-16T13:48:46.910" v="886" actId="1076"/>
          <ac:spMkLst>
            <pc:docMk/>
            <pc:sldMk cId="1459606810" sldId="269"/>
            <ac:spMk id="15" creationId="{6598C3DF-8238-28C1-8098-A79437DE415C}"/>
          </ac:spMkLst>
        </pc:spChg>
        <pc:grpChg chg="add mod">
          <ac:chgData name="Florian Gabet" userId="8b64ca76be44a45a" providerId="LiveId" clId="{CF8D70C9-93E1-4874-85EF-323B469BB69B}" dt="2022-05-16T13:49:23.205" v="890" actId="1076"/>
          <ac:grpSpMkLst>
            <pc:docMk/>
            <pc:sldMk cId="1459606810" sldId="269"/>
            <ac:grpSpMk id="18" creationId="{24495AB7-4A5C-E768-B9CB-29442F85D4BA}"/>
          </ac:grpSpMkLst>
        </pc:grpChg>
        <pc:picChg chg="del">
          <ac:chgData name="Florian Gabet" userId="8b64ca76be44a45a" providerId="LiveId" clId="{CF8D70C9-93E1-4874-85EF-323B469BB69B}" dt="2022-05-16T13:44:20.316" v="543" actId="478"/>
          <ac:picMkLst>
            <pc:docMk/>
            <pc:sldMk cId="1459606810" sldId="269"/>
            <ac:picMk id="3" creationId="{266F4654-80C4-5AD9-2E38-661BDDA95EE5}"/>
          </ac:picMkLst>
        </pc:picChg>
        <pc:picChg chg="add del mod">
          <ac:chgData name="Florian Gabet" userId="8b64ca76be44a45a" providerId="LiveId" clId="{CF8D70C9-93E1-4874-85EF-323B469BB69B}" dt="2022-05-16T13:45:10.203" v="670" actId="478"/>
          <ac:picMkLst>
            <pc:docMk/>
            <pc:sldMk cId="1459606810" sldId="269"/>
            <ac:picMk id="4" creationId="{EAED93AF-E8F6-08AC-D382-827309202FB1}"/>
          </ac:picMkLst>
        </pc:picChg>
        <pc:picChg chg="add mod">
          <ac:chgData name="Florian Gabet" userId="8b64ca76be44a45a" providerId="LiveId" clId="{CF8D70C9-93E1-4874-85EF-323B469BB69B}" dt="2022-05-16T13:49:23.205" v="890" actId="1076"/>
          <ac:picMkLst>
            <pc:docMk/>
            <pc:sldMk cId="1459606810" sldId="269"/>
            <ac:picMk id="2050" creationId="{EC2302DA-000D-6F45-DA53-BFBF832CB183}"/>
          </ac:picMkLst>
        </pc:picChg>
        <pc:cxnChg chg="add mod">
          <ac:chgData name="Florian Gabet" userId="8b64ca76be44a45a" providerId="LiveId" clId="{CF8D70C9-93E1-4874-85EF-323B469BB69B}" dt="2022-05-16T13:49:23.205" v="890" actId="1076"/>
          <ac:cxnSpMkLst>
            <pc:docMk/>
            <pc:sldMk cId="1459606810" sldId="269"/>
            <ac:cxnSpMk id="7" creationId="{D41B40E3-28B2-7C95-15E5-6E8527BC4A0F}"/>
          </ac:cxnSpMkLst>
        </pc:cxnChg>
      </pc:sldChg>
      <pc:sldChg chg="addSp delSp modSp add mod">
        <pc:chgData name="Florian Gabet" userId="8b64ca76be44a45a" providerId="LiveId" clId="{CF8D70C9-93E1-4874-85EF-323B469BB69B}" dt="2022-05-16T13:51:30.046" v="976" actId="1076"/>
        <pc:sldMkLst>
          <pc:docMk/>
          <pc:sldMk cId="1364499862" sldId="270"/>
        </pc:sldMkLst>
        <pc:spChg chg="mod">
          <ac:chgData name="Florian Gabet" userId="8b64ca76be44a45a" providerId="LiveId" clId="{CF8D70C9-93E1-4874-85EF-323B469BB69B}" dt="2022-05-16T13:50:01.574" v="960" actId="20577"/>
          <ac:spMkLst>
            <pc:docMk/>
            <pc:sldMk cId="1364499862" sldId="270"/>
            <ac:spMk id="15" creationId="{6598C3DF-8238-28C1-8098-A79437DE415C}"/>
          </ac:spMkLst>
        </pc:spChg>
        <pc:grpChg chg="del">
          <ac:chgData name="Florian Gabet" userId="8b64ca76be44a45a" providerId="LiveId" clId="{CF8D70C9-93E1-4874-85EF-323B469BB69B}" dt="2022-05-16T13:50:03.203" v="961" actId="478"/>
          <ac:grpSpMkLst>
            <pc:docMk/>
            <pc:sldMk cId="1364499862" sldId="270"/>
            <ac:grpSpMk id="18" creationId="{24495AB7-4A5C-E768-B9CB-29442F85D4BA}"/>
          </ac:grpSpMkLst>
        </pc:grpChg>
        <pc:picChg chg="add mod">
          <ac:chgData name="Florian Gabet" userId="8b64ca76be44a45a" providerId="LiveId" clId="{CF8D70C9-93E1-4874-85EF-323B469BB69B}" dt="2022-05-16T13:51:25.480" v="974" actId="1076"/>
          <ac:picMkLst>
            <pc:docMk/>
            <pc:sldMk cId="1364499862" sldId="270"/>
            <ac:picMk id="3" creationId="{9C4427CF-3E7A-A762-498F-7222732F7DFE}"/>
          </ac:picMkLst>
        </pc:picChg>
        <pc:picChg chg="add mod">
          <ac:chgData name="Florian Gabet" userId="8b64ca76be44a45a" providerId="LiveId" clId="{CF8D70C9-93E1-4874-85EF-323B469BB69B}" dt="2022-05-16T13:51:30.046" v="976" actId="1076"/>
          <ac:picMkLst>
            <pc:docMk/>
            <pc:sldMk cId="1364499862" sldId="270"/>
            <ac:picMk id="6" creationId="{40172781-13E9-04DA-453A-B79B096819AE}"/>
          </ac:picMkLst>
        </pc:picChg>
      </pc:sldChg>
      <pc:sldChg chg="addSp delSp modSp add mod">
        <pc:chgData name="Florian Gabet" userId="8b64ca76be44a45a" providerId="LiveId" clId="{CF8D70C9-93E1-4874-85EF-323B469BB69B}" dt="2022-05-16T14:11:59.980" v="1278" actId="1036"/>
        <pc:sldMkLst>
          <pc:docMk/>
          <pc:sldMk cId="2045544493" sldId="271"/>
        </pc:sldMkLst>
        <pc:spChg chg="mod">
          <ac:chgData name="Florian Gabet" userId="8b64ca76be44a45a" providerId="LiveId" clId="{CF8D70C9-93E1-4874-85EF-323B469BB69B}" dt="2022-05-16T13:52:20.271" v="1007" actId="20577"/>
          <ac:spMkLst>
            <pc:docMk/>
            <pc:sldMk cId="2045544493" sldId="271"/>
            <ac:spMk id="5" creationId="{5DC85E21-D851-4745-A2B2-17742D505392}"/>
          </ac:spMkLst>
        </pc:spChg>
        <pc:spChg chg="mod">
          <ac:chgData name="Florian Gabet" userId="8b64ca76be44a45a" providerId="LiveId" clId="{CF8D70C9-93E1-4874-85EF-323B469BB69B}" dt="2022-05-16T13:53:37.573" v="1232" actId="20577"/>
          <ac:spMkLst>
            <pc:docMk/>
            <pc:sldMk cId="2045544493" sldId="271"/>
            <ac:spMk id="15" creationId="{6598C3DF-8238-28C1-8098-A79437DE415C}"/>
          </ac:spMkLst>
        </pc:spChg>
        <pc:picChg chg="del">
          <ac:chgData name="Florian Gabet" userId="8b64ca76be44a45a" providerId="LiveId" clId="{CF8D70C9-93E1-4874-85EF-323B469BB69B}" dt="2022-05-16T13:52:50.772" v="1077" actId="478"/>
          <ac:picMkLst>
            <pc:docMk/>
            <pc:sldMk cId="2045544493" sldId="271"/>
            <ac:picMk id="3" creationId="{9C4427CF-3E7A-A762-498F-7222732F7DFE}"/>
          </ac:picMkLst>
        </pc:picChg>
        <pc:picChg chg="add del mod">
          <ac:chgData name="Florian Gabet" userId="8b64ca76be44a45a" providerId="LiveId" clId="{CF8D70C9-93E1-4874-85EF-323B469BB69B}" dt="2022-05-16T14:08:16.969" v="1238" actId="478"/>
          <ac:picMkLst>
            <pc:docMk/>
            <pc:sldMk cId="2045544493" sldId="271"/>
            <ac:picMk id="4" creationId="{4AB7FCD8-1C76-FD12-2C29-0C0D81A0EAA4}"/>
          </ac:picMkLst>
        </pc:picChg>
        <pc:picChg chg="del">
          <ac:chgData name="Florian Gabet" userId="8b64ca76be44a45a" providerId="LiveId" clId="{CF8D70C9-93E1-4874-85EF-323B469BB69B}" dt="2022-05-16T13:52:49.447" v="1076" actId="478"/>
          <ac:picMkLst>
            <pc:docMk/>
            <pc:sldMk cId="2045544493" sldId="271"/>
            <ac:picMk id="6" creationId="{40172781-13E9-04DA-453A-B79B096819AE}"/>
          </ac:picMkLst>
        </pc:picChg>
        <pc:picChg chg="add del mod">
          <ac:chgData name="Florian Gabet" userId="8b64ca76be44a45a" providerId="LiveId" clId="{CF8D70C9-93E1-4874-85EF-323B469BB69B}" dt="2022-05-16T14:09:18.313" v="1243" actId="478"/>
          <ac:picMkLst>
            <pc:docMk/>
            <pc:sldMk cId="2045544493" sldId="271"/>
            <ac:picMk id="8" creationId="{DB4C9084-7077-637D-3B8F-16332083F14C}"/>
          </ac:picMkLst>
        </pc:picChg>
        <pc:picChg chg="add mod ord">
          <ac:chgData name="Florian Gabet" userId="8b64ca76be44a45a" providerId="LiveId" clId="{CF8D70C9-93E1-4874-85EF-323B469BB69B}" dt="2022-05-16T14:10:24.623" v="1259" actId="171"/>
          <ac:picMkLst>
            <pc:docMk/>
            <pc:sldMk cId="2045544493" sldId="271"/>
            <ac:picMk id="16" creationId="{9E6B20AF-18BB-43A1-81B0-8B3E9EB2AA2B}"/>
          </ac:picMkLst>
        </pc:picChg>
        <pc:picChg chg="add mod ord">
          <ac:chgData name="Florian Gabet" userId="8b64ca76be44a45a" providerId="LiveId" clId="{CF8D70C9-93E1-4874-85EF-323B469BB69B}" dt="2022-05-16T14:10:30.337" v="1260" actId="1076"/>
          <ac:picMkLst>
            <pc:docMk/>
            <pc:sldMk cId="2045544493" sldId="271"/>
            <ac:picMk id="18" creationId="{412F35B5-E989-F43F-FB4D-8684CA3EF6D1}"/>
          </ac:picMkLst>
        </pc:picChg>
        <pc:picChg chg="add mod">
          <ac:chgData name="Florian Gabet" userId="8b64ca76be44a45a" providerId="LiveId" clId="{CF8D70C9-93E1-4874-85EF-323B469BB69B}" dt="2022-05-16T14:11:59.980" v="1278" actId="1036"/>
          <ac:picMkLst>
            <pc:docMk/>
            <pc:sldMk cId="2045544493" sldId="271"/>
            <ac:picMk id="20" creationId="{1281D221-81BE-DE53-CAB6-B4F1B0CAED98}"/>
          </ac:picMkLst>
        </pc:picChg>
      </pc:sldChg>
      <pc:sldChg chg="addSp delSp modSp add mod">
        <pc:chgData name="Florian Gabet" userId="8b64ca76be44a45a" providerId="LiveId" clId="{CF8D70C9-93E1-4874-85EF-323B469BB69B}" dt="2022-05-16T14:19:21.764" v="1742" actId="20577"/>
        <pc:sldMkLst>
          <pc:docMk/>
          <pc:sldMk cId="1143774093" sldId="272"/>
        </pc:sldMkLst>
        <pc:spChg chg="mod">
          <ac:chgData name="Florian Gabet" userId="8b64ca76be44a45a" providerId="LiveId" clId="{CF8D70C9-93E1-4874-85EF-323B469BB69B}" dt="2022-05-16T14:13:21.770" v="1303" actId="20577"/>
          <ac:spMkLst>
            <pc:docMk/>
            <pc:sldMk cId="1143774093" sldId="272"/>
            <ac:spMk id="5" creationId="{5DC85E21-D851-4745-A2B2-17742D505392}"/>
          </ac:spMkLst>
        </pc:spChg>
        <pc:spChg chg="mod">
          <ac:chgData name="Florian Gabet" userId="8b64ca76be44a45a" providerId="LiveId" clId="{CF8D70C9-93E1-4874-85EF-323B469BB69B}" dt="2022-05-16T14:19:21.764" v="1742" actId="20577"/>
          <ac:spMkLst>
            <pc:docMk/>
            <pc:sldMk cId="1143774093" sldId="272"/>
            <ac:spMk id="15" creationId="{6598C3DF-8238-28C1-8098-A79437DE415C}"/>
          </ac:spMkLst>
        </pc:spChg>
        <pc:picChg chg="add mod">
          <ac:chgData name="Florian Gabet" userId="8b64ca76be44a45a" providerId="LiveId" clId="{CF8D70C9-93E1-4874-85EF-323B469BB69B}" dt="2022-05-16T14:16:59.335" v="1647" actId="1076"/>
          <ac:picMkLst>
            <pc:docMk/>
            <pc:sldMk cId="1143774093" sldId="272"/>
            <ac:picMk id="3" creationId="{3FD361C1-0C3A-05AC-04F6-7AB05FB699C6}"/>
          </ac:picMkLst>
        </pc:picChg>
        <pc:picChg chg="del">
          <ac:chgData name="Florian Gabet" userId="8b64ca76be44a45a" providerId="LiveId" clId="{CF8D70C9-93E1-4874-85EF-323B469BB69B}" dt="2022-05-16T14:14:43.818" v="1642" actId="478"/>
          <ac:picMkLst>
            <pc:docMk/>
            <pc:sldMk cId="1143774093" sldId="272"/>
            <ac:picMk id="16" creationId="{9E6B20AF-18BB-43A1-81B0-8B3E9EB2AA2B}"/>
          </ac:picMkLst>
        </pc:picChg>
        <pc:picChg chg="del">
          <ac:chgData name="Florian Gabet" userId="8b64ca76be44a45a" providerId="LiveId" clId="{CF8D70C9-93E1-4874-85EF-323B469BB69B}" dt="2022-05-16T14:14:42.517" v="1641" actId="478"/>
          <ac:picMkLst>
            <pc:docMk/>
            <pc:sldMk cId="1143774093" sldId="272"/>
            <ac:picMk id="18" creationId="{412F35B5-E989-F43F-FB4D-8684CA3EF6D1}"/>
          </ac:picMkLst>
        </pc:picChg>
        <pc:picChg chg="del">
          <ac:chgData name="Florian Gabet" userId="8b64ca76be44a45a" providerId="LiveId" clId="{CF8D70C9-93E1-4874-85EF-323B469BB69B}" dt="2022-05-16T14:14:45.522" v="1643" actId="478"/>
          <ac:picMkLst>
            <pc:docMk/>
            <pc:sldMk cId="1143774093" sldId="272"/>
            <ac:picMk id="20" creationId="{1281D221-81BE-DE53-CAB6-B4F1B0CAED98}"/>
          </ac:picMkLst>
        </pc:picChg>
      </pc:sldChg>
      <pc:sldChg chg="addSp delSp modSp add mod">
        <pc:chgData name="Florian Gabet" userId="8b64ca76be44a45a" providerId="LiveId" clId="{CF8D70C9-93E1-4874-85EF-323B469BB69B}" dt="2022-05-16T14:20:42.205" v="1789" actId="1076"/>
        <pc:sldMkLst>
          <pc:docMk/>
          <pc:sldMk cId="4186520577" sldId="273"/>
        </pc:sldMkLst>
        <pc:spChg chg="mod">
          <ac:chgData name="Florian Gabet" userId="8b64ca76be44a45a" providerId="LiveId" clId="{CF8D70C9-93E1-4874-85EF-323B469BB69B}" dt="2022-05-16T14:18:22.509" v="1718" actId="1076"/>
          <ac:spMkLst>
            <pc:docMk/>
            <pc:sldMk cId="4186520577" sldId="273"/>
            <ac:spMk id="5" creationId="{5DC85E21-D851-4745-A2B2-17742D505392}"/>
          </ac:spMkLst>
        </pc:spChg>
        <pc:spChg chg="mod">
          <ac:chgData name="Florian Gabet" userId="8b64ca76be44a45a" providerId="LiveId" clId="{CF8D70C9-93E1-4874-85EF-323B469BB69B}" dt="2022-05-16T14:20:23.511" v="1756" actId="1076"/>
          <ac:spMkLst>
            <pc:docMk/>
            <pc:sldMk cId="4186520577" sldId="273"/>
            <ac:spMk id="15" creationId="{6598C3DF-8238-28C1-8098-A79437DE415C}"/>
          </ac:spMkLst>
        </pc:spChg>
        <pc:spChg chg="add mod">
          <ac:chgData name="Florian Gabet" userId="8b64ca76be44a45a" providerId="LiveId" clId="{CF8D70C9-93E1-4874-85EF-323B469BB69B}" dt="2022-05-16T14:20:42.205" v="1789" actId="1076"/>
          <ac:spMkLst>
            <pc:docMk/>
            <pc:sldMk cId="4186520577" sldId="273"/>
            <ac:spMk id="16" creationId="{AA62ECF9-A6F8-A2B5-3DDE-08655C5FD973}"/>
          </ac:spMkLst>
        </pc:spChg>
        <pc:picChg chg="del">
          <ac:chgData name="Florian Gabet" userId="8b64ca76be44a45a" providerId="LiveId" clId="{CF8D70C9-93E1-4874-85EF-323B469BB69B}" dt="2022-05-16T14:19:50.713" v="1747" actId="478"/>
          <ac:picMkLst>
            <pc:docMk/>
            <pc:sldMk cId="4186520577" sldId="273"/>
            <ac:picMk id="3" creationId="{3FD361C1-0C3A-05AC-04F6-7AB05FB699C6}"/>
          </ac:picMkLst>
        </pc:picChg>
        <pc:picChg chg="add mod">
          <ac:chgData name="Florian Gabet" userId="8b64ca76be44a45a" providerId="LiveId" clId="{CF8D70C9-93E1-4874-85EF-323B469BB69B}" dt="2022-05-16T14:20:39.760" v="1788" actId="1076"/>
          <ac:picMkLst>
            <pc:docMk/>
            <pc:sldMk cId="4186520577" sldId="273"/>
            <ac:picMk id="17" creationId="{86212292-C1E2-702F-AFF4-96EE7D6FE585}"/>
          </ac:picMkLst>
        </pc:picChg>
        <pc:picChg chg="add mod">
          <ac:chgData name="Florian Gabet" userId="8b64ca76be44a45a" providerId="LiveId" clId="{CF8D70C9-93E1-4874-85EF-323B469BB69B}" dt="2022-05-16T14:20:26.817" v="1758" actId="1076"/>
          <ac:picMkLst>
            <pc:docMk/>
            <pc:sldMk cId="4186520577" sldId="273"/>
            <ac:picMk id="18" creationId="{67630D74-0BA0-0C8E-2F77-5535B06DEC77}"/>
          </ac:picMkLst>
        </pc:picChg>
      </pc:sldChg>
      <pc:sldChg chg="addSp delSp modSp add mod">
        <pc:chgData name="Florian Gabet" userId="8b64ca76be44a45a" providerId="LiveId" clId="{CF8D70C9-93E1-4874-85EF-323B469BB69B}" dt="2022-05-16T14:27:18.805" v="2139" actId="1076"/>
        <pc:sldMkLst>
          <pc:docMk/>
          <pc:sldMk cId="1371547623" sldId="274"/>
        </pc:sldMkLst>
        <pc:spChg chg="add mod">
          <ac:chgData name="Florian Gabet" userId="8b64ca76be44a45a" providerId="LiveId" clId="{CF8D70C9-93E1-4874-85EF-323B469BB69B}" dt="2022-05-16T14:24:42.827" v="1866" actId="208"/>
          <ac:spMkLst>
            <pc:docMk/>
            <pc:sldMk cId="1371547623" sldId="274"/>
            <ac:spMk id="4" creationId="{8F169945-5CEB-ABA7-F0DB-D558C7BE23F2}"/>
          </ac:spMkLst>
        </pc:spChg>
        <pc:spChg chg="mod">
          <ac:chgData name="Florian Gabet" userId="8b64ca76be44a45a" providerId="LiveId" clId="{CF8D70C9-93E1-4874-85EF-323B469BB69B}" dt="2022-05-16T14:27:18.805" v="2139" actId="1076"/>
          <ac:spMkLst>
            <pc:docMk/>
            <pc:sldMk cId="1371547623" sldId="274"/>
            <ac:spMk id="5" creationId="{5DC85E21-D851-4745-A2B2-17742D505392}"/>
          </ac:spMkLst>
        </pc:spChg>
        <pc:spChg chg="mod">
          <ac:chgData name="Florian Gabet" userId="8b64ca76be44a45a" providerId="LiveId" clId="{CF8D70C9-93E1-4874-85EF-323B469BB69B}" dt="2022-05-16T14:27:08.718" v="2138" actId="313"/>
          <ac:spMkLst>
            <pc:docMk/>
            <pc:sldMk cId="1371547623" sldId="274"/>
            <ac:spMk id="16" creationId="{3FC28391-BEBD-4FA6-B5F0-8AE74387D8AA}"/>
          </ac:spMkLst>
        </pc:spChg>
        <pc:spChg chg="add mod">
          <ac:chgData name="Florian Gabet" userId="8b64ca76be44a45a" providerId="LiveId" clId="{CF8D70C9-93E1-4874-85EF-323B469BB69B}" dt="2022-05-16T14:25:44.525" v="1930" actId="1036"/>
          <ac:spMkLst>
            <pc:docMk/>
            <pc:sldMk cId="1371547623" sldId="274"/>
            <ac:spMk id="17" creationId="{637D91D0-245A-2D66-18A9-96029DF581A4}"/>
          </ac:spMkLst>
        </pc:spChg>
        <pc:picChg chg="add mod">
          <ac:chgData name="Florian Gabet" userId="8b64ca76be44a45a" providerId="LiveId" clId="{CF8D70C9-93E1-4874-85EF-323B469BB69B}" dt="2022-05-16T14:25:35.508" v="1907" actId="1035"/>
          <ac:picMkLst>
            <pc:docMk/>
            <pc:sldMk cId="1371547623" sldId="274"/>
            <ac:picMk id="3" creationId="{B128318D-900D-F7D1-0D54-F4D7C928C857}"/>
          </ac:picMkLst>
        </pc:picChg>
        <pc:picChg chg="mod">
          <ac:chgData name="Florian Gabet" userId="8b64ca76be44a45a" providerId="LiveId" clId="{CF8D70C9-93E1-4874-85EF-323B469BB69B}" dt="2022-05-16T14:24:11.504" v="1855" actId="1076"/>
          <ac:picMkLst>
            <pc:docMk/>
            <pc:sldMk cId="1371547623" sldId="274"/>
            <ac:picMk id="24" creationId="{EA7AC35D-CF3F-4C03-B6EE-8405AA05F114}"/>
          </ac:picMkLst>
        </pc:picChg>
        <pc:picChg chg="del">
          <ac:chgData name="Florian Gabet" userId="8b64ca76be44a45a" providerId="LiveId" clId="{CF8D70C9-93E1-4874-85EF-323B469BB69B}" dt="2022-05-16T14:23:35.051" v="1848" actId="478"/>
          <ac:picMkLst>
            <pc:docMk/>
            <pc:sldMk cId="1371547623" sldId="274"/>
            <ac:picMk id="25" creationId="{A20736F2-5810-4A42-8239-132965FD3909}"/>
          </ac:picMkLst>
        </pc:picChg>
      </pc:sldChg>
    </pc:docChg>
  </pc:docChgLst>
  <pc:docChgLst>
    <pc:chgData name="Florian Gabet" userId="8b64ca76be44a45a" providerId="LiveId" clId="{35FF7813-6B0B-4C34-949F-15A6761EFA85}"/>
    <pc:docChg chg="undo custSel addSld delSld modSld sldOrd">
      <pc:chgData name="Florian Gabet" userId="8b64ca76be44a45a" providerId="LiveId" clId="{35FF7813-6B0B-4C34-949F-15A6761EFA85}" dt="2022-04-19T12:54:15.194" v="697" actId="122"/>
      <pc:docMkLst>
        <pc:docMk/>
      </pc:docMkLst>
      <pc:sldChg chg="addSp delSp modSp new mod">
        <pc:chgData name="Florian Gabet" userId="8b64ca76be44a45a" providerId="LiveId" clId="{35FF7813-6B0B-4C34-949F-15A6761EFA85}" dt="2022-04-19T12:31:59.386" v="57"/>
        <pc:sldMkLst>
          <pc:docMk/>
          <pc:sldMk cId="912998830" sldId="256"/>
        </pc:sldMkLst>
        <pc:spChg chg="mod">
          <ac:chgData name="Florian Gabet" userId="8b64ca76be44a45a" providerId="LiveId" clId="{35FF7813-6B0B-4C34-949F-15A6761EFA85}" dt="2022-04-19T12:31:59.386" v="57"/>
          <ac:spMkLst>
            <pc:docMk/>
            <pc:sldMk cId="912998830" sldId="256"/>
            <ac:spMk id="2" creationId="{C4DF20AC-6C90-4EAD-BBAC-F529D3F9F714}"/>
          </ac:spMkLst>
        </pc:spChg>
        <pc:spChg chg="del mod">
          <ac:chgData name="Florian Gabet" userId="8b64ca76be44a45a" providerId="LiveId" clId="{35FF7813-6B0B-4C34-949F-15A6761EFA85}" dt="2022-04-19T12:30:39.678" v="31" actId="478"/>
          <ac:spMkLst>
            <pc:docMk/>
            <pc:sldMk cId="912998830" sldId="256"/>
            <ac:spMk id="3" creationId="{125B50EA-6877-4AC9-B08E-DC8F9DE0B2C7}"/>
          </ac:spMkLst>
        </pc:spChg>
        <pc:spChg chg="add mod">
          <ac:chgData name="Florian Gabet" userId="8b64ca76be44a45a" providerId="LiveId" clId="{35FF7813-6B0B-4C34-949F-15A6761EFA85}" dt="2022-04-19T12:30:58.885" v="50" actId="1076"/>
          <ac:spMkLst>
            <pc:docMk/>
            <pc:sldMk cId="912998830" sldId="256"/>
            <ac:spMk id="4" creationId="{225D0543-371C-441C-A84F-F2DB8BB0631E}"/>
          </ac:spMkLst>
        </pc:spChg>
      </pc:sldChg>
      <pc:sldChg chg="addSp delSp modSp new mod setBg delAnim">
        <pc:chgData name="Florian Gabet" userId="8b64ca76be44a45a" providerId="LiveId" clId="{35FF7813-6B0B-4C34-949F-15A6761EFA85}" dt="2022-04-19T12:50:47.638" v="588"/>
        <pc:sldMkLst>
          <pc:docMk/>
          <pc:sldMk cId="1586908697" sldId="257"/>
        </pc:sldMkLst>
        <pc:spChg chg="del">
          <ac:chgData name="Florian Gabet" userId="8b64ca76be44a45a" providerId="LiveId" clId="{35FF7813-6B0B-4C34-949F-15A6761EFA85}" dt="2022-04-19T12:31:11.452" v="54" actId="478"/>
          <ac:spMkLst>
            <pc:docMk/>
            <pc:sldMk cId="1586908697" sldId="257"/>
            <ac:spMk id="2" creationId="{900B526A-C71A-4E64-B433-6D891DA03F63}"/>
          </ac:spMkLst>
        </pc:spChg>
        <pc:spChg chg="del">
          <ac:chgData name="Florian Gabet" userId="8b64ca76be44a45a" providerId="LiveId" clId="{35FF7813-6B0B-4C34-949F-15A6761EFA85}" dt="2022-04-19T12:31:09.648" v="53" actId="478"/>
          <ac:spMkLst>
            <pc:docMk/>
            <pc:sldMk cId="1586908697" sldId="257"/>
            <ac:spMk id="3" creationId="{2E0CDFAE-984D-4D6A-BA7F-DF4F77AE6AC3}"/>
          </ac:spMkLst>
        </pc:spChg>
        <pc:spChg chg="add del mod">
          <ac:chgData name="Florian Gabet" userId="8b64ca76be44a45a" providerId="LiveId" clId="{35FF7813-6B0B-4C34-949F-15A6761EFA85}" dt="2022-04-19T12:50:47.166" v="587" actId="478"/>
          <ac:spMkLst>
            <pc:docMk/>
            <pc:sldMk cId="1586908697" sldId="257"/>
            <ac:spMk id="5" creationId="{5DC85E21-D851-4745-A2B2-17742D505392}"/>
          </ac:spMkLst>
        </pc:spChg>
        <pc:spChg chg="add del mod">
          <ac:chgData name="Florian Gabet" userId="8b64ca76be44a45a" providerId="LiveId" clId="{35FF7813-6B0B-4C34-949F-15A6761EFA85}" dt="2022-04-19T12:36:04.662" v="197"/>
          <ac:spMkLst>
            <pc:docMk/>
            <pc:sldMk cId="1586908697" sldId="257"/>
            <ac:spMk id="7" creationId="{B490B046-8AC1-4806-A902-51D31E5D7751}"/>
          </ac:spMkLst>
        </pc:spChg>
        <pc:spChg chg="add del mod">
          <ac:chgData name="Florian Gabet" userId="8b64ca76be44a45a" providerId="LiveId" clId="{35FF7813-6B0B-4C34-949F-15A6761EFA85}" dt="2022-04-19T12:36:04.662" v="197"/>
          <ac:spMkLst>
            <pc:docMk/>
            <pc:sldMk cId="1586908697" sldId="257"/>
            <ac:spMk id="8" creationId="{AEF58247-1D62-46A2-ACDB-078395190E0D}"/>
          </ac:spMkLst>
        </pc:spChg>
        <pc:spChg chg="add del mod">
          <ac:chgData name="Florian Gabet" userId="8b64ca76be44a45a" providerId="LiveId" clId="{35FF7813-6B0B-4C34-949F-15A6761EFA85}" dt="2022-04-19T12:36:04.662" v="197"/>
          <ac:spMkLst>
            <pc:docMk/>
            <pc:sldMk cId="1586908697" sldId="257"/>
            <ac:spMk id="15" creationId="{8367047A-9537-44AD-8D52-631FAE713842}"/>
          </ac:spMkLst>
        </pc:spChg>
        <pc:spChg chg="add del">
          <ac:chgData name="Florian Gabet" userId="8b64ca76be44a45a" providerId="LiveId" clId="{35FF7813-6B0B-4C34-949F-15A6761EFA85}" dt="2022-04-19T12:32:54.132" v="61" actId="26606"/>
          <ac:spMkLst>
            <pc:docMk/>
            <pc:sldMk cId="1586908697" sldId="257"/>
            <ac:spMk id="16" creationId="{5C6ACA56-9AD4-4EE6-8F38-8C18968ACE5C}"/>
          </ac:spMkLst>
        </pc:spChg>
        <pc:spChg chg="add del mod">
          <ac:chgData name="Florian Gabet" userId="8b64ca76be44a45a" providerId="LiveId" clId="{35FF7813-6B0B-4C34-949F-15A6761EFA85}" dt="2022-04-19T12:36:04.662" v="197"/>
          <ac:spMkLst>
            <pc:docMk/>
            <pc:sldMk cId="1586908697" sldId="257"/>
            <ac:spMk id="17" creationId="{2C12F8F4-E5F9-4081-A4DC-D1B1578889C1}"/>
          </ac:spMkLst>
        </pc:spChg>
        <pc:spChg chg="add del">
          <ac:chgData name="Florian Gabet" userId="8b64ca76be44a45a" providerId="LiveId" clId="{35FF7813-6B0B-4C34-949F-15A6761EFA85}" dt="2022-04-19T12:32:54.132" v="61" actId="26606"/>
          <ac:spMkLst>
            <pc:docMk/>
            <pc:sldMk cId="1586908697" sldId="257"/>
            <ac:spMk id="18" creationId="{BE655210-4EEB-44D9-B394-6FB4139BFC1E}"/>
          </ac:spMkLst>
        </pc:spChg>
        <pc:spChg chg="add del">
          <ac:chgData name="Florian Gabet" userId="8b64ca76be44a45a" providerId="LiveId" clId="{35FF7813-6B0B-4C34-949F-15A6761EFA85}" dt="2022-04-19T12:32:55.201" v="63" actId="26606"/>
          <ac:spMkLst>
            <pc:docMk/>
            <pc:sldMk cId="1586908697" sldId="257"/>
            <ac:spMk id="21" creationId="{391F240E-99C9-4C6A-BD0A-15F9E69F337F}"/>
          </ac:spMkLst>
        </pc:spChg>
        <pc:spChg chg="add del">
          <ac:chgData name="Florian Gabet" userId="8b64ca76be44a45a" providerId="LiveId" clId="{35FF7813-6B0B-4C34-949F-15A6761EFA85}" dt="2022-04-19T12:32:55.201" v="63" actId="26606"/>
          <ac:spMkLst>
            <pc:docMk/>
            <pc:sldMk cId="1586908697" sldId="257"/>
            <ac:spMk id="22" creationId="{9C8424AD-EE61-4FBC-ABA0-36E67508F2D0}"/>
          </ac:spMkLst>
        </pc:spChg>
        <pc:spChg chg="add del">
          <ac:chgData name="Florian Gabet" userId="8b64ca76be44a45a" providerId="LiveId" clId="{35FF7813-6B0B-4C34-949F-15A6761EFA85}" dt="2022-04-19T12:32:56.674" v="65" actId="26606"/>
          <ac:spMkLst>
            <pc:docMk/>
            <pc:sldMk cId="1586908697" sldId="257"/>
            <ac:spMk id="25" creationId="{7E633E68-B925-44AC-A7C1-894D907EE72D}"/>
          </ac:spMkLst>
        </pc:spChg>
        <pc:spChg chg="add">
          <ac:chgData name="Florian Gabet" userId="8b64ca76be44a45a" providerId="LiveId" clId="{35FF7813-6B0B-4C34-949F-15A6761EFA85}" dt="2022-04-19T12:32:56.690" v="66" actId="26606"/>
          <ac:spMkLst>
            <pc:docMk/>
            <pc:sldMk cId="1586908697" sldId="257"/>
            <ac:spMk id="28" creationId="{B1ECD48A-A6CE-48F3-8E89-3399C99382F1}"/>
          </ac:spMkLst>
        </pc:spChg>
        <pc:spChg chg="add">
          <ac:chgData name="Florian Gabet" userId="8b64ca76be44a45a" providerId="LiveId" clId="{35FF7813-6B0B-4C34-949F-15A6761EFA85}" dt="2022-04-19T12:32:56.690" v="66" actId="26606"/>
          <ac:spMkLst>
            <pc:docMk/>
            <pc:sldMk cId="1586908697" sldId="257"/>
            <ac:spMk id="29" creationId="{0A3F7A1B-3080-4A65-A240-2E1A6EF84567}"/>
          </ac:spMkLst>
        </pc:spChg>
        <pc:spChg chg="add del mod">
          <ac:chgData name="Florian Gabet" userId="8b64ca76be44a45a" providerId="LiveId" clId="{35FF7813-6B0B-4C34-949F-15A6761EFA85}" dt="2022-04-19T12:43:54.761" v="380" actId="1035"/>
          <ac:spMkLst>
            <pc:docMk/>
            <pc:sldMk cId="1586908697" sldId="257"/>
            <ac:spMk id="38" creationId="{62889FB6-BBA2-4F83-83FE-4049F8C5B7C9}"/>
          </ac:spMkLst>
        </pc:spChg>
        <pc:spChg chg="add del mod">
          <ac:chgData name="Florian Gabet" userId="8b64ca76be44a45a" providerId="LiveId" clId="{35FF7813-6B0B-4C34-949F-15A6761EFA85}" dt="2022-04-19T12:41:41.813" v="297" actId="21"/>
          <ac:spMkLst>
            <pc:docMk/>
            <pc:sldMk cId="1586908697" sldId="257"/>
            <ac:spMk id="44" creationId="{69450F42-83F9-488A-96D7-25E00F7FBB15}"/>
          </ac:spMkLst>
        </pc:spChg>
        <pc:spChg chg="add del mod">
          <ac:chgData name="Florian Gabet" userId="8b64ca76be44a45a" providerId="LiveId" clId="{35FF7813-6B0B-4C34-949F-15A6761EFA85}" dt="2022-04-19T12:41:41.813" v="297" actId="21"/>
          <ac:spMkLst>
            <pc:docMk/>
            <pc:sldMk cId="1586908697" sldId="257"/>
            <ac:spMk id="45" creationId="{E82F4F6F-CB9F-447F-B2FF-ABF2275ABBEC}"/>
          </ac:spMkLst>
        </pc:spChg>
        <pc:spChg chg="add mod">
          <ac:chgData name="Florian Gabet" userId="8b64ca76be44a45a" providerId="LiveId" clId="{35FF7813-6B0B-4C34-949F-15A6761EFA85}" dt="2022-04-19T12:42:42.002" v="316" actId="14100"/>
          <ac:spMkLst>
            <pc:docMk/>
            <pc:sldMk cId="1586908697" sldId="257"/>
            <ac:spMk id="49" creationId="{14F3121E-693B-46CA-96F2-227A31C783AF}"/>
          </ac:spMkLst>
        </pc:spChg>
        <pc:spChg chg="add mod">
          <ac:chgData name="Florian Gabet" userId="8b64ca76be44a45a" providerId="LiveId" clId="{35FF7813-6B0B-4C34-949F-15A6761EFA85}" dt="2022-04-19T12:42:22.743" v="311" actId="1076"/>
          <ac:spMkLst>
            <pc:docMk/>
            <pc:sldMk cId="1586908697" sldId="257"/>
            <ac:spMk id="50" creationId="{8AB07CAE-4FA8-4BC4-8D8B-45FF4F8E1DE2}"/>
          </ac:spMkLst>
        </pc:spChg>
        <pc:spChg chg="add mod">
          <ac:chgData name="Florian Gabet" userId="8b64ca76be44a45a" providerId="LiveId" clId="{35FF7813-6B0B-4C34-949F-15A6761EFA85}" dt="2022-04-19T12:50:47.638" v="588"/>
          <ac:spMkLst>
            <pc:docMk/>
            <pc:sldMk cId="1586908697" sldId="257"/>
            <ac:spMk id="59" creationId="{29C596D9-182D-49CF-82E8-6839BDFF0D5E}"/>
          </ac:spMkLst>
        </pc:spChg>
        <pc:grpChg chg="add del">
          <ac:chgData name="Florian Gabet" userId="8b64ca76be44a45a" providerId="LiveId" clId="{35FF7813-6B0B-4C34-949F-15A6761EFA85}" dt="2022-04-19T12:32:54.132" v="61" actId="26606"/>
          <ac:grpSpMkLst>
            <pc:docMk/>
            <pc:sldMk cId="1586908697" sldId="257"/>
            <ac:grpSpMk id="9" creationId="{2103B461-323C-4912-BFFD-C37582662085}"/>
          </ac:grpSpMkLst>
        </pc:grpChg>
        <pc:grpChg chg="add del">
          <ac:chgData name="Florian Gabet" userId="8b64ca76be44a45a" providerId="LiveId" clId="{35FF7813-6B0B-4C34-949F-15A6761EFA85}" dt="2022-04-19T12:32:55.201" v="63" actId="26606"/>
          <ac:grpSpMkLst>
            <pc:docMk/>
            <pc:sldMk cId="1586908697" sldId="257"/>
            <ac:grpSpMk id="20" creationId="{2103B461-323C-4912-BFFD-C37582662085}"/>
          </ac:grpSpMkLst>
        </pc:grpChg>
        <pc:grpChg chg="add del">
          <ac:chgData name="Florian Gabet" userId="8b64ca76be44a45a" providerId="LiveId" clId="{35FF7813-6B0B-4C34-949F-15A6761EFA85}" dt="2022-04-19T12:32:56.674" v="65" actId="26606"/>
          <ac:grpSpMkLst>
            <pc:docMk/>
            <pc:sldMk cId="1586908697" sldId="257"/>
            <ac:grpSpMk id="24" creationId="{2103B461-323C-4912-BFFD-C37582662085}"/>
          </ac:grpSpMkLst>
        </pc:grpChg>
        <pc:grpChg chg="add">
          <ac:chgData name="Florian Gabet" userId="8b64ca76be44a45a" providerId="LiveId" clId="{35FF7813-6B0B-4C34-949F-15A6761EFA85}" dt="2022-04-19T12:32:56.690" v="66" actId="26606"/>
          <ac:grpSpMkLst>
            <pc:docMk/>
            <pc:sldMk cId="1586908697" sldId="257"/>
            <ac:grpSpMk id="27" creationId="{2103B461-323C-4912-BFFD-C37582662085}"/>
          </ac:grpSpMkLst>
        </pc:grpChg>
        <pc:picChg chg="add del mod">
          <ac:chgData name="Florian Gabet" userId="8b64ca76be44a45a" providerId="LiveId" clId="{35FF7813-6B0B-4C34-949F-15A6761EFA85}" dt="2022-04-19T12:41:01.868" v="294" actId="478"/>
          <ac:picMkLst>
            <pc:docMk/>
            <pc:sldMk cId="1586908697" sldId="257"/>
            <ac:picMk id="4" creationId="{33CBFCF6-15B2-43F1-A111-93B18C87E35A}"/>
          </ac:picMkLst>
        </pc:picChg>
        <pc:picChg chg="add del mod">
          <ac:chgData name="Florian Gabet" userId="8b64ca76be44a45a" providerId="LiveId" clId="{35FF7813-6B0B-4C34-949F-15A6761EFA85}" dt="2022-04-19T12:35:13.494" v="185" actId="478"/>
          <ac:picMkLst>
            <pc:docMk/>
            <pc:sldMk cId="1586908697" sldId="257"/>
            <ac:picMk id="6" creationId="{874D375A-7960-46E3-BEB4-42D1D474FB5E}"/>
          </ac:picMkLst>
        </pc:picChg>
        <pc:picChg chg="add del mod">
          <ac:chgData name="Florian Gabet" userId="8b64ca76be44a45a" providerId="LiveId" clId="{35FF7813-6B0B-4C34-949F-15A6761EFA85}" dt="2022-04-19T12:41:44.520" v="298" actId="478"/>
          <ac:picMkLst>
            <pc:docMk/>
            <pc:sldMk cId="1586908697" sldId="257"/>
            <ac:picMk id="23" creationId="{6F1D8F00-3257-4AD9-8AC1-275F7F01A812}"/>
          </ac:picMkLst>
        </pc:picChg>
        <pc:picChg chg="add mod">
          <ac:chgData name="Florian Gabet" userId="8b64ca76be44a45a" providerId="LiveId" clId="{35FF7813-6B0B-4C34-949F-15A6761EFA85}" dt="2022-04-19T12:34:22.205" v="176"/>
          <ac:picMkLst>
            <pc:docMk/>
            <pc:sldMk cId="1586908697" sldId="257"/>
            <ac:picMk id="26" creationId="{80D39D4C-665C-4712-8005-AEA4B3905F35}"/>
          </ac:picMkLst>
        </pc:picChg>
        <pc:picChg chg="add del mod">
          <ac:chgData name="Florian Gabet" userId="8b64ca76be44a45a" providerId="LiveId" clId="{35FF7813-6B0B-4C34-949F-15A6761EFA85}" dt="2022-04-19T12:41:41.813" v="297" actId="21"/>
          <ac:picMkLst>
            <pc:docMk/>
            <pc:sldMk cId="1586908697" sldId="257"/>
            <ac:picMk id="41" creationId="{A3C01BF8-E5E6-4955-93C2-C211277C6A20}"/>
          </ac:picMkLst>
        </pc:picChg>
        <pc:picChg chg="add del mod">
          <ac:chgData name="Florian Gabet" userId="8b64ca76be44a45a" providerId="LiveId" clId="{35FF7813-6B0B-4C34-949F-15A6761EFA85}" dt="2022-04-19T12:41:41.813" v="297" actId="21"/>
          <ac:picMkLst>
            <pc:docMk/>
            <pc:sldMk cId="1586908697" sldId="257"/>
            <ac:picMk id="42" creationId="{FE476A58-F055-44F7-8F3E-055B3D6BABB5}"/>
          </ac:picMkLst>
        </pc:picChg>
        <pc:picChg chg="add mod">
          <ac:chgData name="Florian Gabet" userId="8b64ca76be44a45a" providerId="LiveId" clId="{35FF7813-6B0B-4C34-949F-15A6761EFA85}" dt="2022-04-19T12:42:50.056" v="324" actId="1035"/>
          <ac:picMkLst>
            <pc:docMk/>
            <pc:sldMk cId="1586908697" sldId="257"/>
            <ac:picMk id="46" creationId="{FEE87F2A-1C80-4895-9489-34C11FE03EF6}"/>
          </ac:picMkLst>
        </pc:picChg>
        <pc:picChg chg="add mod">
          <ac:chgData name="Florian Gabet" userId="8b64ca76be44a45a" providerId="LiveId" clId="{35FF7813-6B0B-4C34-949F-15A6761EFA85}" dt="2022-04-19T12:42:01.846" v="304" actId="1076"/>
          <ac:picMkLst>
            <pc:docMk/>
            <pc:sldMk cId="1586908697" sldId="257"/>
            <ac:picMk id="47" creationId="{7B018E0A-9C52-4211-88A8-624F0437ECB2}"/>
          </ac:picMkLst>
        </pc:picChg>
        <pc:cxnChg chg="add del mod">
          <ac:chgData name="Florian Gabet" userId="8b64ca76be44a45a" providerId="LiveId" clId="{35FF7813-6B0B-4C34-949F-15A6761EFA85}" dt="2022-04-19T12:36:04.662" v="197"/>
          <ac:cxnSpMkLst>
            <pc:docMk/>
            <pc:sldMk cId="1586908697" sldId="257"/>
            <ac:cxnSpMk id="30" creationId="{79B24925-88B9-40EC-8D17-A13356750947}"/>
          </ac:cxnSpMkLst>
        </pc:cxnChg>
        <pc:cxnChg chg="add del mod">
          <ac:chgData name="Florian Gabet" userId="8b64ca76be44a45a" providerId="LiveId" clId="{35FF7813-6B0B-4C34-949F-15A6761EFA85}" dt="2022-04-19T12:36:04.662" v="197"/>
          <ac:cxnSpMkLst>
            <pc:docMk/>
            <pc:sldMk cId="1586908697" sldId="257"/>
            <ac:cxnSpMk id="31" creationId="{1CED37B5-D39A-49FC-B291-DDFE713B501A}"/>
          </ac:cxnSpMkLst>
        </pc:cxnChg>
        <pc:cxnChg chg="add del mod">
          <ac:chgData name="Florian Gabet" userId="8b64ca76be44a45a" providerId="LiveId" clId="{35FF7813-6B0B-4C34-949F-15A6761EFA85}" dt="2022-04-19T12:36:04.662" v="197"/>
          <ac:cxnSpMkLst>
            <pc:docMk/>
            <pc:sldMk cId="1586908697" sldId="257"/>
            <ac:cxnSpMk id="32" creationId="{998CA0C9-9592-4B13-971D-CE582093355A}"/>
          </ac:cxnSpMkLst>
        </pc:cxnChg>
        <pc:cxnChg chg="add mod ord">
          <ac:chgData name="Florian Gabet" userId="8b64ca76be44a45a" providerId="LiveId" clId="{35FF7813-6B0B-4C34-949F-15A6761EFA85}" dt="2022-04-19T12:43:57.843" v="381" actId="14100"/>
          <ac:cxnSpMkLst>
            <pc:docMk/>
            <pc:sldMk cId="1586908697" sldId="257"/>
            <ac:cxnSpMk id="35" creationId="{D9C046DE-CA12-42B6-9456-89E534AB1578}"/>
          </ac:cxnSpMkLst>
        </pc:cxnChg>
        <pc:cxnChg chg="add mod ord">
          <ac:chgData name="Florian Gabet" userId="8b64ca76be44a45a" providerId="LiveId" clId="{35FF7813-6B0B-4C34-949F-15A6761EFA85}" dt="2022-04-19T12:43:36.345" v="338" actId="166"/>
          <ac:cxnSpMkLst>
            <pc:docMk/>
            <pc:sldMk cId="1586908697" sldId="257"/>
            <ac:cxnSpMk id="36" creationId="{C86A66DF-D71B-4422-B3B5-2A4D219BF75B}"/>
          </ac:cxnSpMkLst>
        </pc:cxnChg>
        <pc:cxnChg chg="add del mod">
          <ac:chgData name="Florian Gabet" userId="8b64ca76be44a45a" providerId="LiveId" clId="{35FF7813-6B0B-4C34-949F-15A6761EFA85}" dt="2022-04-19T12:43:05.347" v="327" actId="478"/>
          <ac:cxnSpMkLst>
            <pc:docMk/>
            <pc:sldMk cId="1586908697" sldId="257"/>
            <ac:cxnSpMk id="37" creationId="{627EF59D-7ADE-4520-ADB0-D777D4782D1F}"/>
          </ac:cxnSpMkLst>
        </pc:cxnChg>
        <pc:cxnChg chg="add del mod">
          <ac:chgData name="Florian Gabet" userId="8b64ca76be44a45a" providerId="LiveId" clId="{35FF7813-6B0B-4C34-949F-15A6761EFA85}" dt="2022-04-19T12:41:41.813" v="297" actId="21"/>
          <ac:cxnSpMkLst>
            <pc:docMk/>
            <pc:sldMk cId="1586908697" sldId="257"/>
            <ac:cxnSpMk id="43" creationId="{4168628B-3903-4AFC-87F2-721AD9D5130C}"/>
          </ac:cxnSpMkLst>
        </pc:cxnChg>
        <pc:cxnChg chg="add mod">
          <ac:chgData name="Florian Gabet" userId="8b64ca76be44a45a" providerId="LiveId" clId="{35FF7813-6B0B-4C34-949F-15A6761EFA85}" dt="2022-04-19T12:42:28.942" v="313" actId="14100"/>
          <ac:cxnSpMkLst>
            <pc:docMk/>
            <pc:sldMk cId="1586908697" sldId="257"/>
            <ac:cxnSpMk id="48" creationId="{40E12A03-548F-4AC2-AE5F-E57E763C4DC4}"/>
          </ac:cxnSpMkLst>
        </pc:cxnChg>
      </pc:sldChg>
      <pc:sldChg chg="delSp add del setBg delDesignElem">
        <pc:chgData name="Florian Gabet" userId="8b64ca76be44a45a" providerId="LiveId" clId="{35FF7813-6B0B-4C34-949F-15A6761EFA85}" dt="2022-04-19T12:34:27.723" v="179" actId="47"/>
        <pc:sldMkLst>
          <pc:docMk/>
          <pc:sldMk cId="641295258" sldId="258"/>
        </pc:sldMkLst>
        <pc:spChg chg="del">
          <ac:chgData name="Florian Gabet" userId="8b64ca76be44a45a" providerId="LiveId" clId="{35FF7813-6B0B-4C34-949F-15A6761EFA85}" dt="2022-04-19T12:34:24.139" v="178"/>
          <ac:spMkLst>
            <pc:docMk/>
            <pc:sldMk cId="641295258" sldId="258"/>
            <ac:spMk id="28" creationId="{B1ECD48A-A6CE-48F3-8E89-3399C99382F1}"/>
          </ac:spMkLst>
        </pc:spChg>
        <pc:spChg chg="del">
          <ac:chgData name="Florian Gabet" userId="8b64ca76be44a45a" providerId="LiveId" clId="{35FF7813-6B0B-4C34-949F-15A6761EFA85}" dt="2022-04-19T12:34:24.139" v="178"/>
          <ac:spMkLst>
            <pc:docMk/>
            <pc:sldMk cId="641295258" sldId="258"/>
            <ac:spMk id="29" creationId="{0A3F7A1B-3080-4A65-A240-2E1A6EF84567}"/>
          </ac:spMkLst>
        </pc:spChg>
        <pc:grpChg chg="del">
          <ac:chgData name="Florian Gabet" userId="8b64ca76be44a45a" providerId="LiveId" clId="{35FF7813-6B0B-4C34-949F-15A6761EFA85}" dt="2022-04-19T12:34:24.139" v="178"/>
          <ac:grpSpMkLst>
            <pc:docMk/>
            <pc:sldMk cId="641295258" sldId="258"/>
            <ac:grpSpMk id="27" creationId="{2103B461-323C-4912-BFFD-C37582662085}"/>
          </ac:grpSpMkLst>
        </pc:grpChg>
      </pc:sldChg>
      <pc:sldChg chg="modSp new del">
        <pc:chgData name="Florian Gabet" userId="8b64ca76be44a45a" providerId="LiveId" clId="{35FF7813-6B0B-4C34-949F-15A6761EFA85}" dt="2022-04-19T12:33:10.428" v="70" actId="47"/>
        <pc:sldMkLst>
          <pc:docMk/>
          <pc:sldMk cId="1966435827" sldId="258"/>
        </pc:sldMkLst>
        <pc:spChg chg="mod">
          <ac:chgData name="Florian Gabet" userId="8b64ca76be44a45a" providerId="LiveId" clId="{35FF7813-6B0B-4C34-949F-15A6761EFA85}" dt="2022-04-19T12:31:59.386" v="57"/>
          <ac:spMkLst>
            <pc:docMk/>
            <pc:sldMk cId="1966435827" sldId="258"/>
            <ac:spMk id="2" creationId="{58CE7DE5-8071-4EB2-80C5-F21FBA462DBF}"/>
          </ac:spMkLst>
        </pc:spChg>
        <pc:spChg chg="mod">
          <ac:chgData name="Florian Gabet" userId="8b64ca76be44a45a" providerId="LiveId" clId="{35FF7813-6B0B-4C34-949F-15A6761EFA85}" dt="2022-04-19T12:31:59.386" v="57"/>
          <ac:spMkLst>
            <pc:docMk/>
            <pc:sldMk cId="1966435827" sldId="258"/>
            <ac:spMk id="3" creationId="{D6F017DD-91FB-4BB9-A580-EBE5F2928321}"/>
          </ac:spMkLst>
        </pc:spChg>
      </pc:sldChg>
      <pc:sldChg chg="new del">
        <pc:chgData name="Florian Gabet" userId="8b64ca76be44a45a" providerId="LiveId" clId="{35FF7813-6B0B-4C34-949F-15A6761EFA85}" dt="2022-04-19T12:38:21.190" v="254" actId="47"/>
        <pc:sldMkLst>
          <pc:docMk/>
          <pc:sldMk cId="2804013090" sldId="258"/>
        </pc:sldMkLst>
      </pc:sldChg>
      <pc:sldChg chg="addSp delSp modSp add del mod setBg delDesignElem">
        <pc:chgData name="Florian Gabet" userId="8b64ca76be44a45a" providerId="LiveId" clId="{35FF7813-6B0B-4C34-949F-15A6761EFA85}" dt="2022-04-19T12:34:41.977" v="183" actId="47"/>
        <pc:sldMkLst>
          <pc:docMk/>
          <pc:sldMk cId="3374084695" sldId="258"/>
        </pc:sldMkLst>
        <pc:spChg chg="mod">
          <ac:chgData name="Florian Gabet" userId="8b64ca76be44a45a" providerId="LiveId" clId="{35FF7813-6B0B-4C34-949F-15A6761EFA85}" dt="2022-04-19T12:34:38.605" v="182" actId="26606"/>
          <ac:spMkLst>
            <pc:docMk/>
            <pc:sldMk cId="3374084695" sldId="258"/>
            <ac:spMk id="5" creationId="{5DC85E21-D851-4745-A2B2-17742D505392}"/>
          </ac:spMkLst>
        </pc:spChg>
        <pc:spChg chg="add">
          <ac:chgData name="Florian Gabet" userId="8b64ca76be44a45a" providerId="LiveId" clId="{35FF7813-6B0B-4C34-949F-15A6761EFA85}" dt="2022-04-19T12:34:38.605" v="182" actId="26606"/>
          <ac:spMkLst>
            <pc:docMk/>
            <pc:sldMk cId="3374084695" sldId="258"/>
            <ac:spMk id="25" creationId="{7AF37A8D-CF8E-42C8-A7B1-1262C024F83A}"/>
          </ac:spMkLst>
        </pc:spChg>
        <pc:spChg chg="del">
          <ac:chgData name="Florian Gabet" userId="8b64ca76be44a45a" providerId="LiveId" clId="{35FF7813-6B0B-4C34-949F-15A6761EFA85}" dt="2022-04-19T12:34:28.579" v="181"/>
          <ac:spMkLst>
            <pc:docMk/>
            <pc:sldMk cId="3374084695" sldId="258"/>
            <ac:spMk id="28" creationId="{B1ECD48A-A6CE-48F3-8E89-3399C99382F1}"/>
          </ac:spMkLst>
        </pc:spChg>
        <pc:spChg chg="del">
          <ac:chgData name="Florian Gabet" userId="8b64ca76be44a45a" providerId="LiveId" clId="{35FF7813-6B0B-4C34-949F-15A6761EFA85}" dt="2022-04-19T12:34:28.579" v="181"/>
          <ac:spMkLst>
            <pc:docMk/>
            <pc:sldMk cId="3374084695" sldId="258"/>
            <ac:spMk id="29" creationId="{0A3F7A1B-3080-4A65-A240-2E1A6EF84567}"/>
          </ac:spMkLst>
        </pc:spChg>
        <pc:spChg chg="add">
          <ac:chgData name="Florian Gabet" userId="8b64ca76be44a45a" providerId="LiveId" clId="{35FF7813-6B0B-4C34-949F-15A6761EFA85}" dt="2022-04-19T12:34:38.605" v="182" actId="26606"/>
          <ac:spMkLst>
            <pc:docMk/>
            <pc:sldMk cId="3374084695" sldId="258"/>
            <ac:spMk id="30" creationId="{89949840-4A9E-4942-985B-A8E5DEC32F0D}"/>
          </ac:spMkLst>
        </pc:spChg>
        <pc:grpChg chg="del">
          <ac:chgData name="Florian Gabet" userId="8b64ca76be44a45a" providerId="LiveId" clId="{35FF7813-6B0B-4C34-949F-15A6761EFA85}" dt="2022-04-19T12:34:28.579" v="181"/>
          <ac:grpSpMkLst>
            <pc:docMk/>
            <pc:sldMk cId="3374084695" sldId="258"/>
            <ac:grpSpMk id="27" creationId="{2103B461-323C-4912-BFFD-C37582662085}"/>
          </ac:grpSpMkLst>
        </pc:grpChg>
        <pc:grpChg chg="add">
          <ac:chgData name="Florian Gabet" userId="8b64ca76be44a45a" providerId="LiveId" clId="{35FF7813-6B0B-4C34-949F-15A6761EFA85}" dt="2022-04-19T12:34:38.605" v="182" actId="26606"/>
          <ac:grpSpMkLst>
            <pc:docMk/>
            <pc:sldMk cId="3374084695" sldId="258"/>
            <ac:grpSpMk id="32" creationId="{0065AF39-D996-4969-AE91-06E708D1F479}"/>
          </ac:grpSpMkLst>
        </pc:grpChg>
        <pc:picChg chg="mod">
          <ac:chgData name="Florian Gabet" userId="8b64ca76be44a45a" providerId="LiveId" clId="{35FF7813-6B0B-4C34-949F-15A6761EFA85}" dt="2022-04-19T12:34:38.605" v="182" actId="26606"/>
          <ac:picMkLst>
            <pc:docMk/>
            <pc:sldMk cId="3374084695" sldId="258"/>
            <ac:picMk id="4" creationId="{33CBFCF6-15B2-43F1-A111-93B18C87E35A}"/>
          </ac:picMkLst>
        </pc:picChg>
        <pc:picChg chg="mod ord">
          <ac:chgData name="Florian Gabet" userId="8b64ca76be44a45a" providerId="LiveId" clId="{35FF7813-6B0B-4C34-949F-15A6761EFA85}" dt="2022-04-19T12:34:38.605" v="182" actId="26606"/>
          <ac:picMkLst>
            <pc:docMk/>
            <pc:sldMk cId="3374084695" sldId="258"/>
            <ac:picMk id="23" creationId="{6F1D8F00-3257-4AD9-8AC1-275F7F01A812}"/>
          </ac:picMkLst>
        </pc:picChg>
      </pc:sldChg>
      <pc:sldChg chg="addSp delSp modSp add del mod setBg delDesignElem">
        <pc:chgData name="Florian Gabet" userId="8b64ca76be44a45a" providerId="LiveId" clId="{35FF7813-6B0B-4C34-949F-15A6761EFA85}" dt="2022-04-19T12:38:15.973" v="253" actId="47"/>
        <pc:sldMkLst>
          <pc:docMk/>
          <pc:sldMk cId="1512605655" sldId="259"/>
        </pc:sldMkLst>
        <pc:spChg chg="add del mod">
          <ac:chgData name="Florian Gabet" userId="8b64ca76be44a45a" providerId="LiveId" clId="{35FF7813-6B0B-4C34-949F-15A6761EFA85}" dt="2022-04-19T12:37:37.189" v="247"/>
          <ac:spMkLst>
            <pc:docMk/>
            <pc:sldMk cId="1512605655" sldId="259"/>
            <ac:spMk id="2" creationId="{C7D96395-67C1-4300-9FA5-161587604ABA}"/>
          </ac:spMkLst>
        </pc:spChg>
        <pc:spChg chg="add del mod">
          <ac:chgData name="Florian Gabet" userId="8b64ca76be44a45a" providerId="LiveId" clId="{35FF7813-6B0B-4C34-949F-15A6761EFA85}" dt="2022-04-19T12:37:37.189" v="247"/>
          <ac:spMkLst>
            <pc:docMk/>
            <pc:sldMk cId="1512605655" sldId="259"/>
            <ac:spMk id="3" creationId="{13CA464E-FF86-4D0D-85E1-1FD2F45C5E60}"/>
          </ac:spMkLst>
        </pc:spChg>
        <pc:spChg chg="del">
          <ac:chgData name="Florian Gabet" userId="8b64ca76be44a45a" providerId="LiveId" clId="{35FF7813-6B0B-4C34-949F-15A6761EFA85}" dt="2022-04-19T12:37:26.161" v="245"/>
          <ac:spMkLst>
            <pc:docMk/>
            <pc:sldMk cId="1512605655" sldId="259"/>
            <ac:spMk id="28" creationId="{B1ECD48A-A6CE-48F3-8E89-3399C99382F1}"/>
          </ac:spMkLst>
        </pc:spChg>
        <pc:spChg chg="del">
          <ac:chgData name="Florian Gabet" userId="8b64ca76be44a45a" providerId="LiveId" clId="{35FF7813-6B0B-4C34-949F-15A6761EFA85}" dt="2022-04-19T12:37:26.161" v="245"/>
          <ac:spMkLst>
            <pc:docMk/>
            <pc:sldMk cId="1512605655" sldId="259"/>
            <ac:spMk id="29" creationId="{0A3F7A1B-3080-4A65-A240-2E1A6EF84567}"/>
          </ac:spMkLst>
        </pc:spChg>
        <pc:grpChg chg="del">
          <ac:chgData name="Florian Gabet" userId="8b64ca76be44a45a" providerId="LiveId" clId="{35FF7813-6B0B-4C34-949F-15A6761EFA85}" dt="2022-04-19T12:37:26.161" v="245"/>
          <ac:grpSpMkLst>
            <pc:docMk/>
            <pc:sldMk cId="1512605655" sldId="259"/>
            <ac:grpSpMk id="27" creationId="{2103B461-323C-4912-BFFD-C37582662085}"/>
          </ac:grpSpMkLst>
        </pc:grpChg>
        <pc:picChg chg="del">
          <ac:chgData name="Florian Gabet" userId="8b64ca76be44a45a" providerId="LiveId" clId="{35FF7813-6B0B-4C34-949F-15A6761EFA85}" dt="2022-04-19T12:37:52.029" v="248" actId="478"/>
          <ac:picMkLst>
            <pc:docMk/>
            <pc:sldMk cId="1512605655" sldId="259"/>
            <ac:picMk id="4" creationId="{33CBFCF6-15B2-43F1-A111-93B18C87E35A}"/>
          </ac:picMkLst>
        </pc:picChg>
        <pc:picChg chg="add mod">
          <ac:chgData name="Florian Gabet" userId="8b64ca76be44a45a" providerId="LiveId" clId="{35FF7813-6B0B-4C34-949F-15A6761EFA85}" dt="2022-04-19T12:37:55.956" v="250" actId="1076"/>
          <ac:picMkLst>
            <pc:docMk/>
            <pc:sldMk cId="1512605655" sldId="259"/>
            <ac:picMk id="19" creationId="{5471AC26-A651-417F-A8CE-1EC467BFF02E}"/>
          </ac:picMkLst>
        </pc:picChg>
        <pc:picChg chg="del">
          <ac:chgData name="Florian Gabet" userId="8b64ca76be44a45a" providerId="LiveId" clId="{35FF7813-6B0B-4C34-949F-15A6761EFA85}" dt="2022-04-19T12:37:58.231" v="251" actId="478"/>
          <ac:picMkLst>
            <pc:docMk/>
            <pc:sldMk cId="1512605655" sldId="259"/>
            <ac:picMk id="23" creationId="{6F1D8F00-3257-4AD9-8AC1-275F7F01A812}"/>
          </ac:picMkLst>
        </pc:picChg>
      </pc:sldChg>
      <pc:sldChg chg="addSp delSp modSp add mod ord">
        <pc:chgData name="Florian Gabet" userId="8b64ca76be44a45a" providerId="LiveId" clId="{35FF7813-6B0B-4C34-949F-15A6761EFA85}" dt="2022-04-19T12:50:25.536" v="585" actId="1076"/>
        <pc:sldMkLst>
          <pc:docMk/>
          <pc:sldMk cId="2746647710" sldId="260"/>
        </pc:sldMkLst>
        <pc:spChg chg="add mod">
          <ac:chgData name="Florian Gabet" userId="8b64ca76be44a45a" providerId="LiveId" clId="{35FF7813-6B0B-4C34-949F-15A6761EFA85}" dt="2022-04-19T12:39:53.696" v="283" actId="1076"/>
          <ac:spMkLst>
            <pc:docMk/>
            <pc:sldMk cId="2746647710" sldId="260"/>
            <ac:spMk id="2" creationId="{4AB40E82-6C1E-4F06-9339-C087C4409261}"/>
          </ac:spMkLst>
        </pc:spChg>
        <pc:spChg chg="mod">
          <ac:chgData name="Florian Gabet" userId="8b64ca76be44a45a" providerId="LiveId" clId="{35FF7813-6B0B-4C34-949F-15A6761EFA85}" dt="2022-04-19T12:50:25.536" v="585" actId="1076"/>
          <ac:spMkLst>
            <pc:docMk/>
            <pc:sldMk cId="2746647710" sldId="260"/>
            <ac:spMk id="5" creationId="{5DC85E21-D851-4745-A2B2-17742D505392}"/>
          </ac:spMkLst>
        </pc:spChg>
        <pc:spChg chg="del mod">
          <ac:chgData name="Florian Gabet" userId="8b64ca76be44a45a" providerId="LiveId" clId="{35FF7813-6B0B-4C34-949F-15A6761EFA85}" dt="2022-04-19T12:38:50.754" v="258" actId="478"/>
          <ac:spMkLst>
            <pc:docMk/>
            <pc:sldMk cId="2746647710" sldId="260"/>
            <ac:spMk id="38" creationId="{62889FB6-BBA2-4F83-83FE-4049F8C5B7C9}"/>
          </ac:spMkLst>
        </pc:spChg>
        <pc:picChg chg="del">
          <ac:chgData name="Florian Gabet" userId="8b64ca76be44a45a" providerId="LiveId" clId="{35FF7813-6B0B-4C34-949F-15A6761EFA85}" dt="2022-04-19T12:38:46.337" v="255" actId="478"/>
          <ac:picMkLst>
            <pc:docMk/>
            <pc:sldMk cId="2746647710" sldId="260"/>
            <ac:picMk id="4" creationId="{33CBFCF6-15B2-43F1-A111-93B18C87E35A}"/>
          </ac:picMkLst>
        </pc:picChg>
        <pc:picChg chg="add mod">
          <ac:chgData name="Florian Gabet" userId="8b64ca76be44a45a" providerId="LiveId" clId="{35FF7813-6B0B-4C34-949F-15A6761EFA85}" dt="2022-04-19T12:40:52.620" v="291" actId="1076"/>
          <ac:picMkLst>
            <pc:docMk/>
            <pc:sldMk cId="2746647710" sldId="260"/>
            <ac:picMk id="19" creationId="{FC62E61F-A8E3-4FB8-8C14-30D404072D5A}"/>
          </ac:picMkLst>
        </pc:picChg>
        <pc:picChg chg="del">
          <ac:chgData name="Florian Gabet" userId="8b64ca76be44a45a" providerId="LiveId" clId="{35FF7813-6B0B-4C34-949F-15A6761EFA85}" dt="2022-04-19T12:38:48" v="256" actId="478"/>
          <ac:picMkLst>
            <pc:docMk/>
            <pc:sldMk cId="2746647710" sldId="260"/>
            <ac:picMk id="23" creationId="{6F1D8F00-3257-4AD9-8AC1-275F7F01A812}"/>
          </ac:picMkLst>
        </pc:picChg>
        <pc:picChg chg="add mod">
          <ac:chgData name="Florian Gabet" userId="8b64ca76be44a45a" providerId="LiveId" clId="{35FF7813-6B0B-4C34-949F-15A6761EFA85}" dt="2022-04-19T12:40:49.866" v="290" actId="1076"/>
          <ac:picMkLst>
            <pc:docMk/>
            <pc:sldMk cId="2746647710" sldId="260"/>
            <ac:picMk id="3073" creationId="{CDC55FB3-9F34-46F4-BA28-D316546039BD}"/>
          </ac:picMkLst>
        </pc:picChg>
        <pc:cxnChg chg="del">
          <ac:chgData name="Florian Gabet" userId="8b64ca76be44a45a" providerId="LiveId" clId="{35FF7813-6B0B-4C34-949F-15A6761EFA85}" dt="2022-04-19T12:38:51.509" v="259" actId="478"/>
          <ac:cxnSpMkLst>
            <pc:docMk/>
            <pc:sldMk cId="2746647710" sldId="260"/>
            <ac:cxnSpMk id="35" creationId="{D9C046DE-CA12-42B6-9456-89E534AB1578}"/>
          </ac:cxnSpMkLst>
        </pc:cxnChg>
        <pc:cxnChg chg="del">
          <ac:chgData name="Florian Gabet" userId="8b64ca76be44a45a" providerId="LiveId" clId="{35FF7813-6B0B-4C34-949F-15A6761EFA85}" dt="2022-04-19T12:38:52.312" v="260" actId="478"/>
          <ac:cxnSpMkLst>
            <pc:docMk/>
            <pc:sldMk cId="2746647710" sldId="260"/>
            <ac:cxnSpMk id="36" creationId="{C86A66DF-D71B-4422-B3B5-2A4D219BF75B}"/>
          </ac:cxnSpMkLst>
        </pc:cxnChg>
        <pc:cxnChg chg="del">
          <ac:chgData name="Florian Gabet" userId="8b64ca76be44a45a" providerId="LiveId" clId="{35FF7813-6B0B-4C34-949F-15A6761EFA85}" dt="2022-04-19T12:38:53.061" v="261" actId="478"/>
          <ac:cxnSpMkLst>
            <pc:docMk/>
            <pc:sldMk cId="2746647710" sldId="260"/>
            <ac:cxnSpMk id="37" creationId="{627EF59D-7ADE-4520-ADB0-D777D4782D1F}"/>
          </ac:cxnSpMkLst>
        </pc:cxnChg>
      </pc:sldChg>
      <pc:sldChg chg="addSp delSp modSp add mod">
        <pc:chgData name="Florian Gabet" userId="8b64ca76be44a45a" providerId="LiveId" clId="{35FF7813-6B0B-4C34-949F-15A6761EFA85}" dt="2022-04-19T12:50:56.435" v="603" actId="20577"/>
        <pc:sldMkLst>
          <pc:docMk/>
          <pc:sldMk cId="1299156118" sldId="261"/>
        </pc:sldMkLst>
        <pc:spChg chg="mod">
          <ac:chgData name="Florian Gabet" userId="8b64ca76be44a45a" providerId="LiveId" clId="{35FF7813-6B0B-4C34-949F-15A6761EFA85}" dt="2022-04-19T12:50:56.435" v="603" actId="20577"/>
          <ac:spMkLst>
            <pc:docMk/>
            <pc:sldMk cId="1299156118" sldId="261"/>
            <ac:spMk id="5" creationId="{5DC85E21-D851-4745-A2B2-17742D505392}"/>
          </ac:spMkLst>
        </pc:spChg>
        <pc:spChg chg="add mod">
          <ac:chgData name="Florian Gabet" userId="8b64ca76be44a45a" providerId="LiveId" clId="{35FF7813-6B0B-4C34-949F-15A6761EFA85}" dt="2022-04-19T12:45:38.715" v="399"/>
          <ac:spMkLst>
            <pc:docMk/>
            <pc:sldMk cId="1299156118" sldId="261"/>
            <ac:spMk id="19" creationId="{BA422468-5ABF-4032-93C7-2C823FA59E23}"/>
          </ac:spMkLst>
        </pc:spChg>
        <pc:spChg chg="mod">
          <ac:chgData name="Florian Gabet" userId="8b64ca76be44a45a" providerId="LiveId" clId="{35FF7813-6B0B-4C34-949F-15A6761EFA85}" dt="2022-04-19T12:47:30.917" v="539" actId="20577"/>
          <ac:spMkLst>
            <pc:docMk/>
            <pc:sldMk cId="1299156118" sldId="261"/>
            <ac:spMk id="38" creationId="{62889FB6-BBA2-4F83-83FE-4049F8C5B7C9}"/>
          </ac:spMkLst>
        </pc:spChg>
        <pc:spChg chg="del">
          <ac:chgData name="Florian Gabet" userId="8b64ca76be44a45a" providerId="LiveId" clId="{35FF7813-6B0B-4C34-949F-15A6761EFA85}" dt="2022-04-19T12:44:58.704" v="387" actId="478"/>
          <ac:spMkLst>
            <pc:docMk/>
            <pc:sldMk cId="1299156118" sldId="261"/>
            <ac:spMk id="49" creationId="{14F3121E-693B-46CA-96F2-227A31C783AF}"/>
          </ac:spMkLst>
        </pc:spChg>
        <pc:spChg chg="del mod">
          <ac:chgData name="Florian Gabet" userId="8b64ca76be44a45a" providerId="LiveId" clId="{35FF7813-6B0B-4C34-949F-15A6761EFA85}" dt="2022-04-19T12:45:00.330" v="389" actId="478"/>
          <ac:spMkLst>
            <pc:docMk/>
            <pc:sldMk cId="1299156118" sldId="261"/>
            <ac:spMk id="50" creationId="{8AB07CAE-4FA8-4BC4-8D8B-45FF4F8E1DE2}"/>
          </ac:spMkLst>
        </pc:spChg>
        <pc:graphicFrameChg chg="add del mod">
          <ac:chgData name="Florian Gabet" userId="8b64ca76be44a45a" providerId="LiveId" clId="{35FF7813-6B0B-4C34-949F-15A6761EFA85}" dt="2022-04-19T12:46:07.920" v="402" actId="478"/>
          <ac:graphicFrameMkLst>
            <pc:docMk/>
            <pc:sldMk cId="1299156118" sldId="261"/>
            <ac:graphicFrameMk id="21" creationId="{67E6641D-3033-453A-B6E0-5D78E65A739A}"/>
          </ac:graphicFrameMkLst>
        </pc:graphicFrameChg>
        <pc:picChg chg="add mod">
          <ac:chgData name="Florian Gabet" userId="8b64ca76be44a45a" providerId="LiveId" clId="{35FF7813-6B0B-4C34-949F-15A6761EFA85}" dt="2022-04-19T12:46:43.265" v="406" actId="1076"/>
          <ac:picMkLst>
            <pc:docMk/>
            <pc:sldMk cId="1299156118" sldId="261"/>
            <ac:picMk id="3" creationId="{BD866536-3E32-4C07-A361-4F9C704AFC62}"/>
          </ac:picMkLst>
        </pc:picChg>
        <pc:picChg chg="del">
          <ac:chgData name="Florian Gabet" userId="8b64ca76be44a45a" providerId="LiveId" clId="{35FF7813-6B0B-4C34-949F-15A6761EFA85}" dt="2022-04-19T12:44:50.537" v="383" actId="478"/>
          <ac:picMkLst>
            <pc:docMk/>
            <pc:sldMk cId="1299156118" sldId="261"/>
            <ac:picMk id="46" creationId="{FEE87F2A-1C80-4895-9489-34C11FE03EF6}"/>
          </ac:picMkLst>
        </pc:picChg>
        <pc:picChg chg="del">
          <ac:chgData name="Florian Gabet" userId="8b64ca76be44a45a" providerId="LiveId" clId="{35FF7813-6B0B-4C34-949F-15A6761EFA85}" dt="2022-04-19T12:44:51.473" v="384" actId="478"/>
          <ac:picMkLst>
            <pc:docMk/>
            <pc:sldMk cId="1299156118" sldId="261"/>
            <ac:picMk id="47" creationId="{7B018E0A-9C52-4211-88A8-624F0437ECB2}"/>
          </ac:picMkLst>
        </pc:picChg>
        <pc:cxnChg chg="add mod">
          <ac:chgData name="Florian Gabet" userId="8b64ca76be44a45a" providerId="LiveId" clId="{35FF7813-6B0B-4C34-949F-15A6761EFA85}" dt="2022-04-19T12:45:38.715" v="399"/>
          <ac:cxnSpMkLst>
            <pc:docMk/>
            <pc:sldMk cId="1299156118" sldId="261"/>
            <ac:cxnSpMk id="20" creationId="{A9B2ECF9-97A2-4420-82BD-6EB6AAEA93F5}"/>
          </ac:cxnSpMkLst>
        </pc:cxnChg>
        <pc:cxnChg chg="del">
          <ac:chgData name="Florian Gabet" userId="8b64ca76be44a45a" providerId="LiveId" clId="{35FF7813-6B0B-4C34-949F-15A6761EFA85}" dt="2022-04-19T12:45:03.274" v="392" actId="478"/>
          <ac:cxnSpMkLst>
            <pc:docMk/>
            <pc:sldMk cId="1299156118" sldId="261"/>
            <ac:cxnSpMk id="35" creationId="{D9C046DE-CA12-42B6-9456-89E534AB1578}"/>
          </ac:cxnSpMkLst>
        </pc:cxnChg>
        <pc:cxnChg chg="del">
          <ac:chgData name="Florian Gabet" userId="8b64ca76be44a45a" providerId="LiveId" clId="{35FF7813-6B0B-4C34-949F-15A6761EFA85}" dt="2022-04-19T12:45:02.369" v="391" actId="478"/>
          <ac:cxnSpMkLst>
            <pc:docMk/>
            <pc:sldMk cId="1299156118" sldId="261"/>
            <ac:cxnSpMk id="36" creationId="{C86A66DF-D71B-4422-B3B5-2A4D219BF75B}"/>
          </ac:cxnSpMkLst>
        </pc:cxnChg>
        <pc:cxnChg chg="del">
          <ac:chgData name="Florian Gabet" userId="8b64ca76be44a45a" providerId="LiveId" clId="{35FF7813-6B0B-4C34-949F-15A6761EFA85}" dt="2022-04-19T12:45:01.497" v="390" actId="478"/>
          <ac:cxnSpMkLst>
            <pc:docMk/>
            <pc:sldMk cId="1299156118" sldId="261"/>
            <ac:cxnSpMk id="48" creationId="{40E12A03-548F-4AC2-AE5F-E57E763C4DC4}"/>
          </ac:cxnSpMkLst>
        </pc:cxnChg>
      </pc:sldChg>
      <pc:sldChg chg="add del">
        <pc:chgData name="Florian Gabet" userId="8b64ca76be44a45a" providerId="LiveId" clId="{35FF7813-6B0B-4C34-949F-15A6761EFA85}" dt="2022-04-19T12:51:32.133" v="627" actId="47"/>
        <pc:sldMkLst>
          <pc:docMk/>
          <pc:sldMk cId="3220637738" sldId="262"/>
        </pc:sldMkLst>
      </pc:sldChg>
      <pc:sldChg chg="addSp delSp modSp add mod">
        <pc:chgData name="Florian Gabet" userId="8b64ca76be44a45a" providerId="LiveId" clId="{35FF7813-6B0B-4C34-949F-15A6761EFA85}" dt="2022-04-19T12:51:20.823" v="626" actId="1076"/>
        <pc:sldMkLst>
          <pc:docMk/>
          <pc:sldMk cId="633971956" sldId="263"/>
        </pc:sldMkLst>
        <pc:spChg chg="mod">
          <ac:chgData name="Florian Gabet" userId="8b64ca76be44a45a" providerId="LiveId" clId="{35FF7813-6B0B-4C34-949F-15A6761EFA85}" dt="2022-04-19T12:51:20.823" v="626" actId="1076"/>
          <ac:spMkLst>
            <pc:docMk/>
            <pc:sldMk cId="633971956" sldId="263"/>
            <ac:spMk id="5" creationId="{5DC85E21-D851-4745-A2B2-17742D505392}"/>
          </ac:spMkLst>
        </pc:spChg>
        <pc:spChg chg="add mod">
          <ac:chgData name="Florian Gabet" userId="8b64ca76be44a45a" providerId="LiveId" clId="{35FF7813-6B0B-4C34-949F-15A6761EFA85}" dt="2022-04-19T12:49:32.304" v="555" actId="14100"/>
          <ac:spMkLst>
            <pc:docMk/>
            <pc:sldMk cId="633971956" sldId="263"/>
            <ac:spMk id="16" creationId="{3FC28391-BEBD-4FA6-B5F0-8AE74387D8AA}"/>
          </ac:spMkLst>
        </pc:spChg>
        <pc:spChg chg="add mod">
          <ac:chgData name="Florian Gabet" userId="8b64ca76be44a45a" providerId="LiveId" clId="{35FF7813-6B0B-4C34-949F-15A6761EFA85}" dt="2022-04-19T12:49:12.319" v="552"/>
          <ac:spMkLst>
            <pc:docMk/>
            <pc:sldMk cId="633971956" sldId="263"/>
            <ac:spMk id="17" creationId="{9E9F68A2-38D6-4F56-8372-03C0A998B945}"/>
          </ac:spMkLst>
        </pc:spChg>
        <pc:spChg chg="add mod">
          <ac:chgData name="Florian Gabet" userId="8b64ca76be44a45a" providerId="LiveId" clId="{35FF7813-6B0B-4C34-949F-15A6761EFA85}" dt="2022-04-19T12:49:12.319" v="552"/>
          <ac:spMkLst>
            <pc:docMk/>
            <pc:sldMk cId="633971956" sldId="263"/>
            <ac:spMk id="18" creationId="{B08110C9-2F01-4FB0-9AFA-4A8311CB5644}"/>
          </ac:spMkLst>
        </pc:spChg>
        <pc:spChg chg="add mod">
          <ac:chgData name="Florian Gabet" userId="8b64ca76be44a45a" providerId="LiveId" clId="{35FF7813-6B0B-4C34-949F-15A6761EFA85}" dt="2022-04-19T12:49:12.319" v="552"/>
          <ac:spMkLst>
            <pc:docMk/>
            <pc:sldMk cId="633971956" sldId="263"/>
            <ac:spMk id="19" creationId="{F66C0F42-1C41-46C0-82A1-0AAE4D487A9D}"/>
          </ac:spMkLst>
        </pc:spChg>
        <pc:spChg chg="del">
          <ac:chgData name="Florian Gabet" userId="8b64ca76be44a45a" providerId="LiveId" clId="{35FF7813-6B0B-4C34-949F-15A6761EFA85}" dt="2022-04-19T12:48:04.191" v="542" actId="478"/>
          <ac:spMkLst>
            <pc:docMk/>
            <pc:sldMk cId="633971956" sldId="263"/>
            <ac:spMk id="38" creationId="{62889FB6-BBA2-4F83-83FE-4049F8C5B7C9}"/>
          </ac:spMkLst>
        </pc:spChg>
        <pc:picChg chg="del">
          <ac:chgData name="Florian Gabet" userId="8b64ca76be44a45a" providerId="LiveId" clId="{35FF7813-6B0B-4C34-949F-15A6761EFA85}" dt="2022-04-19T12:48:04.924" v="543" actId="478"/>
          <ac:picMkLst>
            <pc:docMk/>
            <pc:sldMk cId="633971956" sldId="263"/>
            <ac:picMk id="3" creationId="{BD866536-3E32-4C07-A361-4F9C704AFC62}"/>
          </ac:picMkLst>
        </pc:picChg>
        <pc:picChg chg="add del mod">
          <ac:chgData name="Florian Gabet" userId="8b64ca76be44a45a" providerId="LiveId" clId="{35FF7813-6B0B-4C34-949F-15A6761EFA85}" dt="2022-04-19T12:49:10.247" v="551" actId="478"/>
          <ac:picMkLst>
            <pc:docMk/>
            <pc:sldMk cId="633971956" sldId="263"/>
            <ac:picMk id="4" creationId="{B102758F-B91E-49CD-BB92-6819EA829959}"/>
          </ac:picMkLst>
        </pc:picChg>
        <pc:picChg chg="add mod">
          <ac:chgData name="Florian Gabet" userId="8b64ca76be44a45a" providerId="LiveId" clId="{35FF7813-6B0B-4C34-949F-15A6761EFA85}" dt="2022-04-19T12:49:37.588" v="557" actId="1076"/>
          <ac:picMkLst>
            <pc:docMk/>
            <pc:sldMk cId="633971956" sldId="263"/>
            <ac:picMk id="15" creationId="{50215E21-ED07-4E20-B08C-5D700C85FAE9}"/>
          </ac:picMkLst>
        </pc:picChg>
        <pc:cxnChg chg="add mod">
          <ac:chgData name="Florian Gabet" userId="8b64ca76be44a45a" providerId="LiveId" clId="{35FF7813-6B0B-4C34-949F-15A6761EFA85}" dt="2022-04-19T12:49:41.547" v="558" actId="14100"/>
          <ac:cxnSpMkLst>
            <pc:docMk/>
            <pc:sldMk cId="633971956" sldId="263"/>
            <ac:cxnSpMk id="20" creationId="{F9A4720B-7F12-4583-92EF-3808709F3681}"/>
          </ac:cxnSpMkLst>
        </pc:cxnChg>
        <pc:cxnChg chg="add mod">
          <ac:chgData name="Florian Gabet" userId="8b64ca76be44a45a" providerId="LiveId" clId="{35FF7813-6B0B-4C34-949F-15A6761EFA85}" dt="2022-04-19T12:49:43.782" v="559" actId="14100"/>
          <ac:cxnSpMkLst>
            <pc:docMk/>
            <pc:sldMk cId="633971956" sldId="263"/>
            <ac:cxnSpMk id="21" creationId="{C44876F1-3A36-43B0-AEDE-C2908A9FAFE1}"/>
          </ac:cxnSpMkLst>
        </pc:cxnChg>
        <pc:cxnChg chg="add mod">
          <ac:chgData name="Florian Gabet" userId="8b64ca76be44a45a" providerId="LiveId" clId="{35FF7813-6B0B-4C34-949F-15A6761EFA85}" dt="2022-04-19T12:49:12.319" v="552"/>
          <ac:cxnSpMkLst>
            <pc:docMk/>
            <pc:sldMk cId="633971956" sldId="263"/>
            <ac:cxnSpMk id="22" creationId="{C31280C5-81CB-4327-85BD-22D884372436}"/>
          </ac:cxnSpMkLst>
        </pc:cxnChg>
        <pc:cxnChg chg="add mod">
          <ac:chgData name="Florian Gabet" userId="8b64ca76be44a45a" providerId="LiveId" clId="{35FF7813-6B0B-4C34-949F-15A6761EFA85}" dt="2022-04-19T12:49:46.813" v="560" actId="14100"/>
          <ac:cxnSpMkLst>
            <pc:docMk/>
            <pc:sldMk cId="633971956" sldId="263"/>
            <ac:cxnSpMk id="23" creationId="{973A9126-DD11-4D6F-8EFB-E9A7645A0EFB}"/>
          </ac:cxnSpMkLst>
        </pc:cxnChg>
      </pc:sldChg>
      <pc:sldChg chg="addSp delSp modSp add mod">
        <pc:chgData name="Florian Gabet" userId="8b64ca76be44a45a" providerId="LiveId" clId="{35FF7813-6B0B-4C34-949F-15A6761EFA85}" dt="2022-04-19T12:54:15.194" v="697" actId="122"/>
        <pc:sldMkLst>
          <pc:docMk/>
          <pc:sldMk cId="2055642513" sldId="264"/>
        </pc:sldMkLst>
        <pc:spChg chg="mod">
          <ac:chgData name="Florian Gabet" userId="8b64ca76be44a45a" providerId="LiveId" clId="{35FF7813-6B0B-4C34-949F-15A6761EFA85}" dt="2022-04-19T12:53:12.539" v="685" actId="20577"/>
          <ac:spMkLst>
            <pc:docMk/>
            <pc:sldMk cId="2055642513" sldId="264"/>
            <ac:spMk id="5" creationId="{5DC85E21-D851-4745-A2B2-17742D505392}"/>
          </ac:spMkLst>
        </pc:spChg>
        <pc:spChg chg="mod">
          <ac:chgData name="Florian Gabet" userId="8b64ca76be44a45a" providerId="LiveId" clId="{35FF7813-6B0B-4C34-949F-15A6761EFA85}" dt="2022-04-19T12:54:15.194" v="697" actId="122"/>
          <ac:spMkLst>
            <pc:docMk/>
            <pc:sldMk cId="2055642513" sldId="264"/>
            <ac:spMk id="16" creationId="{3FC28391-BEBD-4FA6-B5F0-8AE74387D8AA}"/>
          </ac:spMkLst>
        </pc:spChg>
        <pc:spChg chg="del">
          <ac:chgData name="Florian Gabet" userId="8b64ca76be44a45a" providerId="LiveId" clId="{35FF7813-6B0B-4C34-949F-15A6761EFA85}" dt="2022-04-19T12:52:53.305" v="654" actId="478"/>
          <ac:spMkLst>
            <pc:docMk/>
            <pc:sldMk cId="2055642513" sldId="264"/>
            <ac:spMk id="17" creationId="{9E9F68A2-38D6-4F56-8372-03C0A998B945}"/>
          </ac:spMkLst>
        </pc:spChg>
        <pc:spChg chg="del">
          <ac:chgData name="Florian Gabet" userId="8b64ca76be44a45a" providerId="LiveId" clId="{35FF7813-6B0B-4C34-949F-15A6761EFA85}" dt="2022-04-19T12:52:54.546" v="656" actId="478"/>
          <ac:spMkLst>
            <pc:docMk/>
            <pc:sldMk cId="2055642513" sldId="264"/>
            <ac:spMk id="18" creationId="{B08110C9-2F01-4FB0-9AFA-4A8311CB5644}"/>
          </ac:spMkLst>
        </pc:spChg>
        <pc:spChg chg="del">
          <ac:chgData name="Florian Gabet" userId="8b64ca76be44a45a" providerId="LiveId" clId="{35FF7813-6B0B-4C34-949F-15A6761EFA85}" dt="2022-04-19T12:52:53.991" v="655" actId="478"/>
          <ac:spMkLst>
            <pc:docMk/>
            <pc:sldMk cId="2055642513" sldId="264"/>
            <ac:spMk id="19" creationId="{F66C0F42-1C41-46C0-82A1-0AAE4D487A9D}"/>
          </ac:spMkLst>
        </pc:spChg>
        <pc:picChg chg="del">
          <ac:chgData name="Florian Gabet" userId="8b64ca76be44a45a" providerId="LiveId" clId="{35FF7813-6B0B-4C34-949F-15A6761EFA85}" dt="2022-04-19T12:52:50.634" v="652" actId="478"/>
          <ac:picMkLst>
            <pc:docMk/>
            <pc:sldMk cId="2055642513" sldId="264"/>
            <ac:picMk id="15" creationId="{50215E21-ED07-4E20-B08C-5D700C85FAE9}"/>
          </ac:picMkLst>
        </pc:picChg>
        <pc:picChg chg="add mod">
          <ac:chgData name="Florian Gabet" userId="8b64ca76be44a45a" providerId="LiveId" clId="{35FF7813-6B0B-4C34-949F-15A6761EFA85}" dt="2022-04-19T12:53:35.030" v="691" actId="1076"/>
          <ac:picMkLst>
            <pc:docMk/>
            <pc:sldMk cId="2055642513" sldId="264"/>
            <ac:picMk id="24" creationId="{EA7AC35D-CF3F-4C03-B6EE-8405AA05F114}"/>
          </ac:picMkLst>
        </pc:picChg>
        <pc:picChg chg="add mod">
          <ac:chgData name="Florian Gabet" userId="8b64ca76be44a45a" providerId="LiveId" clId="{35FF7813-6B0B-4C34-949F-15A6761EFA85}" dt="2022-04-19T12:53:33.019" v="690" actId="1076"/>
          <ac:picMkLst>
            <pc:docMk/>
            <pc:sldMk cId="2055642513" sldId="264"/>
            <ac:picMk id="25" creationId="{A20736F2-5810-4A42-8239-132965FD3909}"/>
          </ac:picMkLst>
        </pc:picChg>
        <pc:cxnChg chg="del">
          <ac:chgData name="Florian Gabet" userId="8b64ca76be44a45a" providerId="LiveId" clId="{35FF7813-6B0B-4C34-949F-15A6761EFA85}" dt="2022-04-19T12:52:55.855" v="657" actId="478"/>
          <ac:cxnSpMkLst>
            <pc:docMk/>
            <pc:sldMk cId="2055642513" sldId="264"/>
            <ac:cxnSpMk id="20" creationId="{F9A4720B-7F12-4583-92EF-3808709F3681}"/>
          </ac:cxnSpMkLst>
        </pc:cxnChg>
        <pc:cxnChg chg="del">
          <ac:chgData name="Florian Gabet" userId="8b64ca76be44a45a" providerId="LiveId" clId="{35FF7813-6B0B-4C34-949F-15A6761EFA85}" dt="2022-04-19T12:52:57.283" v="658" actId="478"/>
          <ac:cxnSpMkLst>
            <pc:docMk/>
            <pc:sldMk cId="2055642513" sldId="264"/>
            <ac:cxnSpMk id="21" creationId="{C44876F1-3A36-43B0-AEDE-C2908A9FAFE1}"/>
          </ac:cxnSpMkLst>
        </pc:cxnChg>
        <pc:cxnChg chg="del">
          <ac:chgData name="Florian Gabet" userId="8b64ca76be44a45a" providerId="LiveId" clId="{35FF7813-6B0B-4C34-949F-15A6761EFA85}" dt="2022-04-19T12:52:57.857" v="659" actId="478"/>
          <ac:cxnSpMkLst>
            <pc:docMk/>
            <pc:sldMk cId="2055642513" sldId="264"/>
            <ac:cxnSpMk id="22" creationId="{C31280C5-81CB-4327-85BD-22D884372436}"/>
          </ac:cxnSpMkLst>
        </pc:cxnChg>
        <pc:cxnChg chg="del">
          <ac:chgData name="Florian Gabet" userId="8b64ca76be44a45a" providerId="LiveId" clId="{35FF7813-6B0B-4C34-949F-15A6761EFA85}" dt="2022-04-19T12:52:58.891" v="660" actId="478"/>
          <ac:cxnSpMkLst>
            <pc:docMk/>
            <pc:sldMk cId="2055642513" sldId="264"/>
            <ac:cxnSpMk id="23" creationId="{973A9126-DD11-4D6F-8EFB-E9A7645A0EF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492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2033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9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000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61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72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6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405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058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168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263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6561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918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1579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3104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770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849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02A2B2F-391B-4B6B-B0EF-22C8A3E9D687}" type="datetimeFigureOut">
              <a:rPr lang="fr-FR" smtClean="0"/>
              <a:t>16/05/2022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25272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DF20AC-6C90-4EAD-BBAC-F529D3F9F7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u="sng" dirty="0"/>
              <a:t>Chargeur de batterie par panneaux solaires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25D0543-371C-441C-A84F-F2DB8BB0631E}"/>
              </a:ext>
            </a:extLst>
          </p:cNvPr>
          <p:cNvSpPr txBox="1"/>
          <p:nvPr/>
        </p:nvSpPr>
        <p:spPr>
          <a:xfrm>
            <a:off x="10440398" y="5982825"/>
            <a:ext cx="1803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/>
              <a:t>GABET Florian</a:t>
            </a:r>
          </a:p>
          <a:p>
            <a:pPr algn="ctr"/>
            <a:r>
              <a:rPr lang="fr-FR" b="1" dirty="0"/>
              <a:t>DIOP Ibrahima</a:t>
            </a:r>
          </a:p>
          <a:p>
            <a:pPr algn="ctr"/>
            <a:r>
              <a:rPr lang="fr-FR" b="1" dirty="0"/>
              <a:t>FAYE Issa</a:t>
            </a:r>
          </a:p>
        </p:txBody>
      </p:sp>
    </p:spTree>
    <p:extLst>
      <p:ext uri="{BB962C8B-B14F-4D97-AF65-F5344CB8AC3E}">
        <p14:creationId xmlns:p14="http://schemas.microsoft.com/office/powerpoint/2010/main" val="912998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5010685" y="434722"/>
            <a:ext cx="2654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Présentation du projet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AB40E82-6C1E-4F06-9339-C087C4409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8" y="1353234"/>
            <a:ext cx="94362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>
                <a:solidFill>
                  <a:schemeClr val="bg1"/>
                </a:solidFill>
              </a:rPr>
              <a:t>Le but de ce projet est de pouvoir recharger une batterie à l’aide d’un panneau solaire dans des conditions optimale et de manière totalement automatique. 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5DFC885-C1CF-B6D6-55AC-142647C63258}"/>
              </a:ext>
            </a:extLst>
          </p:cNvPr>
          <p:cNvSpPr txBox="1"/>
          <p:nvPr/>
        </p:nvSpPr>
        <p:spPr>
          <a:xfrm>
            <a:off x="5067016" y="2273700"/>
            <a:ext cx="2054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Liste du matériel:</a:t>
            </a:r>
          </a:p>
        </p:txBody>
      </p:sp>
      <p:pic>
        <p:nvPicPr>
          <p:cNvPr id="1026" name="Picture 2" descr="Support panneau solaire SOL Alu SM1000 | largeur panneau max 1050mm *  SOLARIS-STORE">
            <a:extLst>
              <a:ext uri="{FF2B5EF4-FFF2-40B4-BE49-F238E27FC236}">
                <a16:creationId xmlns:a16="http://schemas.microsoft.com/office/drawing/2014/main" id="{E22DFFB1-7A5D-F550-AF19-1DC415658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722" y="4386985"/>
            <a:ext cx="1466068" cy="109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rte Arduino UNO Arduino - Cartes à microcontrôleur | GO TRONIC">
            <a:extLst>
              <a:ext uri="{FF2B5EF4-FFF2-40B4-BE49-F238E27FC236}">
                <a16:creationId xmlns:a16="http://schemas.microsoft.com/office/drawing/2014/main" id="{D035A99E-4F1E-C24B-4D8C-7ECBB0DDB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746" y="4503941"/>
            <a:ext cx="1040859" cy="1040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apteur de t° et d'humidité DHT11 ST052 - Capteurs de t° et humidité | GO  TRONIC">
            <a:extLst>
              <a:ext uri="{FF2B5EF4-FFF2-40B4-BE49-F238E27FC236}">
                <a16:creationId xmlns:a16="http://schemas.microsoft.com/office/drawing/2014/main" id="{F4AAC879-87B1-B4D7-3582-4D3E8519D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923" y="4802187"/>
            <a:ext cx="844328" cy="75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érez un écran LCD 16x2 avec Arduino • AranaCorp">
            <a:extLst>
              <a:ext uri="{FF2B5EF4-FFF2-40B4-BE49-F238E27FC236}">
                <a16:creationId xmlns:a16="http://schemas.microsoft.com/office/drawing/2014/main" id="{FB248A9D-F931-60AA-D017-C0BF01D66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1115" y="4669147"/>
            <a:ext cx="815974" cy="815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nvertisseur DC VICTRON Orion-Tr 24/12 - 10A | 24 / 12V - 120W *  SOLARIS-STORE">
            <a:extLst>
              <a:ext uri="{FF2B5EF4-FFF2-40B4-BE49-F238E27FC236}">
                <a16:creationId xmlns:a16="http://schemas.microsoft.com/office/drawing/2014/main" id="{08B6642D-0272-0ED3-2BB7-D01E33673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342" y="4601766"/>
            <a:ext cx="1153656" cy="864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CS712 Module de capteur de courant Hall 5 A pour Arduino 5 A : Amazon.fr:  Commerce, Industrie et Science">
            <a:extLst>
              <a:ext uri="{FF2B5EF4-FFF2-40B4-BE49-F238E27FC236}">
                <a16:creationId xmlns:a16="http://schemas.microsoft.com/office/drawing/2014/main" id="{6A103DD3-EAAB-129A-DFA1-F1F8454E6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8484" y="4753968"/>
            <a:ext cx="725599" cy="646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7106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6"/>
    </mc:Choice>
    <mc:Fallback>
      <p:transition spd="slow" advTm="126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5010685" y="434722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Principe du projet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0FDB0F9-A254-DCB6-9CDC-855988F2F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1709737"/>
            <a:ext cx="666750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03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6"/>
    </mc:Choice>
    <mc:Fallback>
      <p:transition spd="slow" advTm="126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4520166" y="485537"/>
            <a:ext cx="314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Étude du panneau solaire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598C3DF-8238-28C1-8098-A79437DE415C}"/>
              </a:ext>
            </a:extLst>
          </p:cNvPr>
          <p:cNvSpPr txBox="1"/>
          <p:nvPr/>
        </p:nvSpPr>
        <p:spPr>
          <a:xfrm>
            <a:off x="3168570" y="1286934"/>
            <a:ext cx="5851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Afin de mieux comprendre comment fonctionne un panneau solaire voici sa caractéristique: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66F4654-80C4-5AD9-2E38-661BDDA95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467" y="2195962"/>
            <a:ext cx="5322047" cy="298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503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6"/>
    </mc:Choice>
    <mc:Fallback>
      <p:transition spd="slow" advTm="126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4520166" y="485537"/>
            <a:ext cx="3001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Prise en main du matériel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598C3DF-8238-28C1-8098-A79437DE415C}"/>
              </a:ext>
            </a:extLst>
          </p:cNvPr>
          <p:cNvSpPr txBox="1"/>
          <p:nvPr/>
        </p:nvSpPr>
        <p:spPr>
          <a:xfrm>
            <a:off x="2857284" y="1091707"/>
            <a:ext cx="5851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Pour commencer nous avons créer un signal de sortie variable qui nous sera utile plus tard pour commander le convertisseur.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24495AB7-4A5C-E768-B9CB-29442F85D4BA}"/>
              </a:ext>
            </a:extLst>
          </p:cNvPr>
          <p:cNvGrpSpPr/>
          <p:nvPr/>
        </p:nvGrpSpPr>
        <p:grpSpPr>
          <a:xfrm>
            <a:off x="2079793" y="2176157"/>
            <a:ext cx="7406791" cy="3302815"/>
            <a:chOff x="4680113" y="2280290"/>
            <a:chExt cx="7406791" cy="3302815"/>
          </a:xfrm>
        </p:grpSpPr>
        <p:pic>
          <p:nvPicPr>
            <p:cNvPr id="2050" name="Picture 2" descr="Utiliser un potentiomètre avec un Arduino - Mataucarre">
              <a:extLst>
                <a:ext uri="{FF2B5EF4-FFF2-40B4-BE49-F238E27FC236}">
                  <a16:creationId xmlns:a16="http://schemas.microsoft.com/office/drawing/2014/main" id="{EC2302DA-000D-6F45-DA53-BFBF832CB1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650"/>
            <a:stretch/>
          </p:blipFill>
          <p:spPr bwMode="auto">
            <a:xfrm>
              <a:off x="7412358" y="2601249"/>
              <a:ext cx="4674546" cy="29818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Connecteur : en angle 6">
              <a:extLst>
                <a:ext uri="{FF2B5EF4-FFF2-40B4-BE49-F238E27FC236}">
                  <a16:creationId xmlns:a16="http://schemas.microsoft.com/office/drawing/2014/main" id="{D41B40E3-28B2-7C95-15E5-6E8527BC4A0F}"/>
                </a:ext>
              </a:extLst>
            </p:cNvPr>
            <p:cNvCxnSpPr>
              <a:cxnSpLocks/>
            </p:cNvCxnSpPr>
            <p:nvPr/>
          </p:nvCxnSpPr>
          <p:spPr>
            <a:xfrm>
              <a:off x="7981522" y="2460330"/>
              <a:ext cx="1845933" cy="140919"/>
            </a:xfrm>
            <a:prstGeom prst="bentConnector2">
              <a:avLst/>
            </a:prstGeom>
            <a:ln w="28575">
              <a:solidFill>
                <a:srgbClr val="0070C0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B08F9636-67C4-A3B0-6385-A15756F64C9B}"/>
                </a:ext>
              </a:extLst>
            </p:cNvPr>
            <p:cNvSpPr txBox="1"/>
            <p:nvPr/>
          </p:nvSpPr>
          <p:spPr>
            <a:xfrm>
              <a:off x="4680113" y="2280290"/>
              <a:ext cx="289884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Le signal sera généré sur cette broche de l’Arduino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9606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6"/>
    </mc:Choice>
    <mc:Fallback>
      <p:transition spd="slow" advTm="126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4520166" y="485537"/>
            <a:ext cx="3001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Prise en main du matériel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598C3DF-8238-28C1-8098-A79437DE415C}"/>
              </a:ext>
            </a:extLst>
          </p:cNvPr>
          <p:cNvSpPr txBox="1"/>
          <p:nvPr/>
        </p:nvSpPr>
        <p:spPr>
          <a:xfrm>
            <a:off x="2857284" y="1091707"/>
            <a:ext cx="585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Voici ce que nous avons relevés sur l’oscilloscope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C4427CF-3E7A-A762-498F-7222732F7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75" y="2216059"/>
            <a:ext cx="5484618" cy="265814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0172781-13E9-04DA-453A-B79B09681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593" y="1528652"/>
            <a:ext cx="6301392" cy="364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99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6"/>
    </mc:Choice>
    <mc:Fallback>
      <p:transition spd="slow" advTm="126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4520166" y="485537"/>
            <a:ext cx="3825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Mesure de tension avec Arduino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9E6B20AF-18BB-43A1-81B0-8B3E9EB2A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98" y="2899231"/>
            <a:ext cx="5641340" cy="197756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12F35B5-E989-F43F-FB4D-8684CA3EF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850" y="1056216"/>
            <a:ext cx="6915150" cy="451485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6598C3DF-8238-28C1-8098-A79437DE415C}"/>
              </a:ext>
            </a:extLst>
          </p:cNvPr>
          <p:cNvSpPr txBox="1"/>
          <p:nvPr/>
        </p:nvSpPr>
        <p:spPr>
          <a:xfrm>
            <a:off x="2857284" y="1091707"/>
            <a:ext cx="5851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Nous avons par la suite mesurer une tension avec l’Arduino car nous avons besoin de connaitre la tension de la batterie et du panneau solaire.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1281D221-81BE-DE53-CAB6-B4F1B0CAE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95" y="3360627"/>
            <a:ext cx="1072899" cy="119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44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6"/>
    </mc:Choice>
    <mc:Fallback>
      <p:transition spd="slow" advTm="126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4520166" y="485537"/>
            <a:ext cx="2821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Pont diviseur de tension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598C3DF-8238-28C1-8098-A79437DE415C}"/>
              </a:ext>
            </a:extLst>
          </p:cNvPr>
          <p:cNvSpPr txBox="1"/>
          <p:nvPr/>
        </p:nvSpPr>
        <p:spPr>
          <a:xfrm>
            <a:off x="2376972" y="1001723"/>
            <a:ext cx="7435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Comme le panneau a une plage de tension comprise de 0 à 21V, il nous faut la convertir en un tension comprise entre 0 et 5V pour quelle soit exploitable par l’Arduino.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FD361C1-0C3A-05AC-04F6-7AB05FB69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126" y="2152064"/>
            <a:ext cx="636270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74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6"/>
    </mc:Choice>
    <mc:Fallback>
      <p:transition spd="slow" advTm="126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4078539" y="518886"/>
            <a:ext cx="4031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Mesure du courant </a:t>
            </a:r>
            <a:r>
              <a:rPr lang="fr-FR" u="sng">
                <a:solidFill>
                  <a:schemeClr val="bg1"/>
                </a:solidFill>
              </a:rPr>
              <a:t>avec l’Arduino</a:t>
            </a:r>
            <a:endParaRPr lang="fr-FR" u="sng" dirty="0">
              <a:solidFill>
                <a:schemeClr val="bg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598C3DF-8238-28C1-8098-A79437DE415C}"/>
              </a:ext>
            </a:extLst>
          </p:cNvPr>
          <p:cNvSpPr txBox="1"/>
          <p:nvPr/>
        </p:nvSpPr>
        <p:spPr>
          <a:xfrm>
            <a:off x="1340583" y="1197927"/>
            <a:ext cx="10288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Pour la suite, nous avons voulu utiliser le capteur de courant afin de réaliser les mesures avec l’Arduino mais celui-ci nous donnait des valeurs incohérente et inexploitable pour la suite, nous avons donc étudié ce capteur afin de savoir comment il fonctionnait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A62ECF9-A6F8-A2B5-3DDE-08655C5FD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49" y="3100401"/>
            <a:ext cx="47258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Formule constructeur: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Image 28">
            <a:extLst>
              <a:ext uri="{FF2B5EF4-FFF2-40B4-BE49-F238E27FC236}">
                <a16:creationId xmlns:a16="http://schemas.microsoft.com/office/drawing/2014/main" id="{86212292-C1E2-702F-AFF4-96EE7D6FE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57" y="3602693"/>
            <a:ext cx="3453930" cy="80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7630D74-0BA0-0C8E-2F77-5535B06DEC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5" r="46773"/>
          <a:stretch/>
        </p:blipFill>
        <p:spPr bwMode="auto">
          <a:xfrm rot="5400000">
            <a:off x="7997901" y="1354447"/>
            <a:ext cx="2627408" cy="5043397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86520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6"/>
    </mc:Choice>
    <mc:Fallback>
      <p:transition spd="slow" advTm="126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2889FB6-BBA2-4F83-83FE-4049F8C5B7C9}"/>
              </a:ext>
            </a:extLst>
          </p:cNvPr>
          <p:cNvSpPr txBox="1"/>
          <p:nvPr/>
        </p:nvSpPr>
        <p:spPr>
          <a:xfrm>
            <a:off x="10753382" y="1962678"/>
            <a:ext cx="1616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effectLst/>
                <a:highlight>
                  <a:srgbClr val="0000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Serial </a:t>
            </a:r>
            <a:r>
              <a:rPr lang="fr-FR" sz="1800" dirty="0" err="1">
                <a:solidFill>
                  <a:schemeClr val="bg1"/>
                </a:solidFill>
                <a:effectLst/>
                <a:highlight>
                  <a:srgbClr val="0000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Clock</a:t>
            </a:r>
            <a:endParaRPr lang="fr-FR" sz="1800" dirty="0">
              <a:solidFill>
                <a:schemeClr val="bg1"/>
              </a:solidFill>
              <a:effectLst/>
              <a:highlight>
                <a:srgbClr val="0000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1800" dirty="0">
                <a:solidFill>
                  <a:schemeClr val="bg1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Chip select </a:t>
            </a:r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FEE87F2A-1C80-4895-9489-34C11FE03E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8" t="39995" r="5179" b="3546"/>
          <a:stretch/>
        </p:blipFill>
        <p:spPr bwMode="auto">
          <a:xfrm>
            <a:off x="427499" y="1658454"/>
            <a:ext cx="4840574" cy="24742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7" name="Image 46">
            <a:extLst>
              <a:ext uri="{FF2B5EF4-FFF2-40B4-BE49-F238E27FC236}">
                <a16:creationId xmlns:a16="http://schemas.microsoft.com/office/drawing/2014/main" id="{7B018E0A-9C52-4211-88A8-624F0437EC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79" r="16242"/>
          <a:stretch/>
        </p:blipFill>
        <p:spPr bwMode="auto">
          <a:xfrm rot="5400000">
            <a:off x="6357765" y="1052027"/>
            <a:ext cx="3513414" cy="47761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40E12A03-548F-4AC2-AE5F-E57E763C4DC4}"/>
              </a:ext>
            </a:extLst>
          </p:cNvPr>
          <p:cNvCxnSpPr>
            <a:cxnSpLocks/>
          </p:cNvCxnSpPr>
          <p:nvPr/>
        </p:nvCxnSpPr>
        <p:spPr>
          <a:xfrm flipV="1">
            <a:off x="5365229" y="3047738"/>
            <a:ext cx="2125595" cy="127208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ccolade ouvrante 48">
            <a:extLst>
              <a:ext uri="{FF2B5EF4-FFF2-40B4-BE49-F238E27FC236}">
                <a16:creationId xmlns:a16="http://schemas.microsoft.com/office/drawing/2014/main" id="{14F3121E-693B-46CA-96F2-227A31C783AF}"/>
              </a:ext>
            </a:extLst>
          </p:cNvPr>
          <p:cNvSpPr/>
          <p:nvPr/>
        </p:nvSpPr>
        <p:spPr>
          <a:xfrm rot="16200000">
            <a:off x="2548105" y="2417043"/>
            <a:ext cx="485929" cy="3017843"/>
          </a:xfrm>
          <a:prstGeom prst="lef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50" name="Zone de texte 2">
            <a:extLst>
              <a:ext uri="{FF2B5EF4-FFF2-40B4-BE49-F238E27FC236}">
                <a16:creationId xmlns:a16="http://schemas.microsoft.com/office/drawing/2014/main" id="{8AB07CAE-4FA8-4BC4-8D8B-45FF4F8E1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11" y="4207689"/>
            <a:ext cx="5054306" cy="1070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droite on peut voir le signal délivré par le capteur pour une certaine valeur du courant.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highlight>
                  <a:srgbClr val="FF00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gauche on voit comment le capteur fonctionne.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D9C046DE-CA12-42B6-9456-89E534AB1578}"/>
              </a:ext>
            </a:extLst>
          </p:cNvPr>
          <p:cNvCxnSpPr>
            <a:cxnSpLocks/>
          </p:cNvCxnSpPr>
          <p:nvPr/>
        </p:nvCxnSpPr>
        <p:spPr>
          <a:xfrm flipH="1">
            <a:off x="9319098" y="2712406"/>
            <a:ext cx="1479368" cy="116373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C86A66DF-D71B-4422-B3B5-2A4D219BF75B}"/>
              </a:ext>
            </a:extLst>
          </p:cNvPr>
          <p:cNvCxnSpPr>
            <a:cxnSpLocks/>
          </p:cNvCxnSpPr>
          <p:nvPr/>
        </p:nvCxnSpPr>
        <p:spPr>
          <a:xfrm flipH="1">
            <a:off x="8599251" y="2183577"/>
            <a:ext cx="2171576" cy="20982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ZoneTexte 58">
            <a:extLst>
              <a:ext uri="{FF2B5EF4-FFF2-40B4-BE49-F238E27FC236}">
                <a16:creationId xmlns:a16="http://schemas.microsoft.com/office/drawing/2014/main" id="{29C596D9-182D-49CF-82E8-6839BDFF0D5E}"/>
              </a:ext>
            </a:extLst>
          </p:cNvPr>
          <p:cNvSpPr txBox="1"/>
          <p:nvPr/>
        </p:nvSpPr>
        <p:spPr>
          <a:xfrm>
            <a:off x="5010685" y="434722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Étude du capteur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E12039B-AADD-890A-245E-209540C6209F}"/>
              </a:ext>
            </a:extLst>
          </p:cNvPr>
          <p:cNvSpPr txBox="1"/>
          <p:nvPr/>
        </p:nvSpPr>
        <p:spPr>
          <a:xfrm>
            <a:off x="2409560" y="995036"/>
            <a:ext cx="7529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Le protocole de communication du capteur de courant est en SPI</a:t>
            </a:r>
          </a:p>
        </p:txBody>
      </p:sp>
    </p:spTree>
    <p:extLst>
      <p:ext uri="{BB962C8B-B14F-4D97-AF65-F5344CB8AC3E}">
        <p14:creationId xmlns:p14="http://schemas.microsoft.com/office/powerpoint/2010/main" val="15869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6"/>
    </mc:Choice>
    <mc:Fallback xmlns="">
      <p:transition spd="slow" advTm="126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4198785" y="484339"/>
            <a:ext cx="328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Caractéristique du Capteur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2889FB6-BBA2-4F83-83FE-4049F8C5B7C9}"/>
              </a:ext>
            </a:extLst>
          </p:cNvPr>
          <p:cNvSpPr txBox="1"/>
          <p:nvPr/>
        </p:nvSpPr>
        <p:spPr>
          <a:xfrm>
            <a:off x="446293" y="1332412"/>
            <a:ext cx="10786652" cy="3065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capteur génère 12 data bits soit 2</a:t>
            </a:r>
            <a:r>
              <a:rPr lang="fr-FR" sz="1800" baseline="30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4096 valeurs.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réalisant les essais on a remarqué :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Une valeur de 2048 pour un courant de 0A.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Une valeur de 9600 pour un courant de 2,57A.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Nous avons réalisé plusieurs mesures afin d’être le plus précis possible.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endParaRPr lang="fr-FR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endParaRPr lang="fr-FR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	Nouvelle équation déterminée grâce aux mesures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D866536-3E32-4C07-A361-4F9C704AF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678" y="2894058"/>
            <a:ext cx="4270695" cy="257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56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6"/>
    </mc:Choice>
    <mc:Fallback xmlns="">
      <p:transition spd="slow" advTm="126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4588644" y="371911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Explication du Code</a:t>
            </a:r>
          </a:p>
        </p:txBody>
      </p:sp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50215E21-ED07-4E20-B08C-5D700C85FA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49"/>
          <a:stretch/>
        </p:blipFill>
        <p:spPr bwMode="auto">
          <a:xfrm>
            <a:off x="4312285" y="1555432"/>
            <a:ext cx="5285105" cy="37471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Zone de texte 2">
            <a:extLst>
              <a:ext uri="{FF2B5EF4-FFF2-40B4-BE49-F238E27FC236}">
                <a16:creationId xmlns:a16="http://schemas.microsoft.com/office/drawing/2014/main" id="{3FC28391-BEBD-4FA6-B5F0-8AE74387D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6" y="1624519"/>
            <a:ext cx="3934460" cy="3511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Ancienne équation donnée par la documentation.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Conversion des données du capteur en bits.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Équation déterminée avec les valeurs relevées.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Écriture du courant sur l’écran LCD.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9F68A2-38D6-4F56-8372-03C0A998B945}"/>
              </a:ext>
            </a:extLst>
          </p:cNvPr>
          <p:cNvSpPr/>
          <p:nvPr/>
        </p:nvSpPr>
        <p:spPr>
          <a:xfrm>
            <a:off x="4533900" y="1799907"/>
            <a:ext cx="2964815" cy="1384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8110C9-2F01-4FB0-9AFA-4A8311CB5644}"/>
              </a:ext>
            </a:extLst>
          </p:cNvPr>
          <p:cNvSpPr/>
          <p:nvPr/>
        </p:nvSpPr>
        <p:spPr>
          <a:xfrm>
            <a:off x="4402455" y="3075622"/>
            <a:ext cx="2770505" cy="895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6C0F42-1C41-46C0-82A1-0AAE4D487A9D}"/>
              </a:ext>
            </a:extLst>
          </p:cNvPr>
          <p:cNvSpPr/>
          <p:nvPr/>
        </p:nvSpPr>
        <p:spPr>
          <a:xfrm>
            <a:off x="4402455" y="2937192"/>
            <a:ext cx="1419860" cy="965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F9A4720B-7F12-4583-92EF-3808709F3681}"/>
              </a:ext>
            </a:extLst>
          </p:cNvPr>
          <p:cNvCxnSpPr>
            <a:cxnSpLocks/>
          </p:cNvCxnSpPr>
          <p:nvPr/>
        </p:nvCxnSpPr>
        <p:spPr>
          <a:xfrm flipV="1">
            <a:off x="3466572" y="1870392"/>
            <a:ext cx="984143" cy="679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C44876F1-3A36-43B0-AEDE-C2908A9FAFE1}"/>
              </a:ext>
            </a:extLst>
          </p:cNvPr>
          <p:cNvCxnSpPr>
            <a:cxnSpLocks/>
          </p:cNvCxnSpPr>
          <p:nvPr/>
        </p:nvCxnSpPr>
        <p:spPr>
          <a:xfrm>
            <a:off x="3938270" y="2937192"/>
            <a:ext cx="422275" cy="79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C31280C5-81CB-4327-85BD-22D884372436}"/>
              </a:ext>
            </a:extLst>
          </p:cNvPr>
          <p:cNvCxnSpPr/>
          <p:nvPr/>
        </p:nvCxnSpPr>
        <p:spPr>
          <a:xfrm flipV="1">
            <a:off x="3938270" y="3120707"/>
            <a:ext cx="433705" cy="8064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973A9126-DD11-4D6F-8EFB-E9A7645A0EFB}"/>
              </a:ext>
            </a:extLst>
          </p:cNvPr>
          <p:cNvCxnSpPr>
            <a:cxnSpLocks/>
          </p:cNvCxnSpPr>
          <p:nvPr/>
        </p:nvCxnSpPr>
        <p:spPr>
          <a:xfrm flipV="1">
            <a:off x="3540868" y="3951922"/>
            <a:ext cx="798722" cy="10642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97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6"/>
    </mc:Choice>
    <mc:Fallback xmlns="">
      <p:transition spd="slow" advTm="126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4781455" y="347596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Mesures de Puissance</a:t>
            </a:r>
          </a:p>
        </p:txBody>
      </p:sp>
      <p:sp>
        <p:nvSpPr>
          <p:cNvPr id="16" name="Zone de texte 2">
            <a:extLst>
              <a:ext uri="{FF2B5EF4-FFF2-40B4-BE49-F238E27FC236}">
                <a16:creationId xmlns:a16="http://schemas.microsoft.com/office/drawing/2014/main" id="{3FC28391-BEBD-4FA6-B5F0-8AE74387D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454" y="4281755"/>
            <a:ext cx="7710043" cy="3423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Maintenant que nous savons mesurer un courant et une tension à l’aide de la carte Arduino nous avons tracer la caractéristique du panneau solaire pour voir si nos calculs était cohérant avec la théorie.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fr-FR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EA7AC35D-CF3F-4C03-B6EE-8405AA05F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664" y="1433855"/>
            <a:ext cx="4913933" cy="2694562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A20736F2-5810-4A42-8239-132965FD3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15" y="1618759"/>
            <a:ext cx="3337202" cy="225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4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6"/>
    </mc:Choice>
    <mc:Fallback xmlns="">
      <p:transition spd="slow" advTm="126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4356659" y="362395"/>
            <a:ext cx="3475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Comparaison avec la théorie</a:t>
            </a:r>
          </a:p>
        </p:txBody>
      </p:sp>
      <p:sp>
        <p:nvSpPr>
          <p:cNvPr id="16" name="Zone de texte 2">
            <a:extLst>
              <a:ext uri="{FF2B5EF4-FFF2-40B4-BE49-F238E27FC236}">
                <a16:creationId xmlns:a16="http://schemas.microsoft.com/office/drawing/2014/main" id="{3FC28391-BEBD-4FA6-B5F0-8AE74387D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454" y="4281755"/>
            <a:ext cx="7710043" cy="3423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/!\ Attention: Certaines valeurs ne correspondent pas notamment comme la valeur de la puissance car les relevés n’ont pas effectués pour un même ensoleillement.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EA7AC35D-CF3F-4C03-B6EE-8405AA05F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828" y="1676400"/>
            <a:ext cx="4913933" cy="269456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128318D-900D-F7D1-0D54-F4D7C928C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39" y="1889347"/>
            <a:ext cx="5937975" cy="22109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169945-5CEB-ABA7-F0DB-D558C7BE23F2}"/>
              </a:ext>
            </a:extLst>
          </p:cNvPr>
          <p:cNvSpPr/>
          <p:nvPr/>
        </p:nvSpPr>
        <p:spPr>
          <a:xfrm>
            <a:off x="739301" y="3323979"/>
            <a:ext cx="5544766" cy="14393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7D91D0-245A-2D66-18A9-96029DF581A4}"/>
              </a:ext>
            </a:extLst>
          </p:cNvPr>
          <p:cNvSpPr/>
          <p:nvPr/>
        </p:nvSpPr>
        <p:spPr>
          <a:xfrm>
            <a:off x="745781" y="2814898"/>
            <a:ext cx="5544766" cy="14393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1547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6"/>
    </mc:Choice>
    <mc:Fallback>
      <p:transition spd="slow" advTm="1266"/>
    </mc:Fallback>
  </mc:AlternateContent>
</p:sld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93</TotalTime>
  <Words>450</Words>
  <Application>Microsoft Office PowerPoint</Application>
  <PresentationFormat>Grand écran</PresentationFormat>
  <Paragraphs>52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Calibri</vt:lpstr>
      <vt:lpstr>Century Gothic</vt:lpstr>
      <vt:lpstr>Wingdings 3</vt:lpstr>
      <vt:lpstr>Secteur</vt:lpstr>
      <vt:lpstr>Chargeur de batterie par panneaux solaires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Capteur de COURANT</dc:title>
  <dc:creator>Florian Gabet</dc:creator>
  <cp:lastModifiedBy>Florian Gabet</cp:lastModifiedBy>
  <cp:revision>1</cp:revision>
  <dcterms:created xsi:type="dcterms:W3CDTF">2022-04-19T12:28:38Z</dcterms:created>
  <dcterms:modified xsi:type="dcterms:W3CDTF">2022-05-16T14:27:19Z</dcterms:modified>
</cp:coreProperties>
</file>